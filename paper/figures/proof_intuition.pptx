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notesSlides/notesSlide2.xml" ContentType="application/vnd.openxmlformats-officedocument.presentationml.notesSlide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6" r:id="rId2"/>
    <p:sldId id="30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77" d="100"/>
          <a:sy n="77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0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41 7533,'-5'0'1619,"0"0"-1169,5 0-1,9 0-269,-2 0 0,7 0-180,-3 0 180,-1 0 0,0 0-540,0 0-899,9 0 1079,-6-5-1259,6-1 1169,-13 1 270,-2-4 0,-4 8 0,0-8 0,0 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0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 0 7533,'4'43'2428,"-3"-10"-1978,4-18 180,-5 5-181,0 1-89,0 10-180,0-1 0,0-8 0,0 1-180,0-7 90,0-5-540,5 7 0,-4-11 181,8 3-271,-3-1 180,8-8 180,-3 4-539,13-5-91,-12-5-359,17 0-181,-12-5 1081,-2 4 269,-1-3 0,-8 3 0,4-4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0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121 11 7533,'-5'-6'90,"4"2"90,-3 4-1,0 0 1,2 0-180,-7 0 360,4 4-180,-6 7 0,1 0 90,0 4 90,0-1 539,-5 16-629,4-7 719,-4 38-809,10-34 0,0 43 90,5-30-270,5 11-989,0-16 269,10-11-809,1-8 719,0-6 271,-2-5 179,-4-5 360,1 0 0,3-5 0,2-1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0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80 51 7533,'-6'-5'0,"-3"4"-360,4-3 90,-5 4 0,4 0 1529,-3 4-539,3-3-360,1 8 359,-5 6-359,9-3 270,-8 30-270,8-22 629,-3 37-719,4-37 360,9 27-450,-2-34-720,16 6 180,-6-14 180,13-10-180,-9-5-179,4-6 269,-5-9-180,-4 4 270,-1 1 90,-10 5-180,-1-4 180,-4 6 0,0-11-89,0 9-91,-13-15 180,5 12-540,-29-5-269,18 13 89,-15-1 810,18 1 0,2 0 0,4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0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 7533,'48'31'4137,"-4"3"-3327,-22-2-360,-3-1 449,0 12-179,-6-1-450,1 19-181,-5-14 91,-8-7 0,4-11-90,-10 7 90,-10 14-180,-1-1-899,-9 1-2160,5-20 991,4-5 2068,1-14 0,5 3 0,0-8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0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41 41 7533,'0'-5'-540,"0"1"540,0-1 450,0 4 89,0-8 91,0 3-270,0 0 0,0 2 809,0 4-809,0 4 269,0 16 1,0 11-360,0 24 90,0 3-90,0 12-91,0-21-179,-4-1 180,3-4 90,-9-14-90,5 31 0,-1-36 90,-3 18-180,8-22 180,-3-10-360,4-2-180,0-9 270,0 0 0,4 0 0,-3 0-90,8-5 270,-3 4 0,4-8-180,0 8 180,5-8-270,0 8 180,10-3 0,1-1-1,9 4-89,-4-4 0,0 5 0,-10 0 0,-7 0 0,1 5 0,1-4-89,-5 4-1,7-1 90,-16-3-180,8 4 90,-10-5-6117,0 0 5668,-5 0 179,4-5 360,-4 4 0,1-8 0,-2 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0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 31 7533,'-11'0'1709,"2"4"-1619,9-3 90,0 3 89,0-4 181,5 0-270,0 0-90,1 0 90,3 0-90,5 0-90,-6 0-450,15 0-269,-12-4-271,5-1 720,-5-1-1439,-2-3 1259,-4 8 450,1-8 0,-6 8 0,-6-4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 0 7533,'6'61'3238,"-6"-10"-3148,-1-37 180,-4-2-360,5 2 360,-4 6-91,3-8-179,-4 7 270,5-4-270,0-4 90,0 8-270,0-12 90,0 2 0,0-4 90,0-4-359,9 8 179,-2-8 0,12 4 0,-8-5-540,4 0 361,-5 0-811,5-5 810,-4 4-1169,4-8 900,-10 3 629,0 1 0,-1-4 0,2 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1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158 31 7533,'0'-6'-630,"0"1"180,0 1 91,0 2 1438,0-2 90,0 0-719,0 3-90,0-4-180,0 5-90,-4 0 0,3 0 449,-13 5-269,3 5 90,-10 10 90,1 10-181,0 11 91,0 1 180,-1 7-360,10-11 360,-2 19-361,12-31-358,1 34-1,5-35 90,5 14 90,0-18-360,10-2-450,-8-8-1168,16 4 898,-11-9-269,8-2 449,-5-8 541,-8 3 359,1-9 0,-7 5 0,4-5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1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 8882,'0'10'1979,"0"9"-1260,5 7-359,-4 10-180,4 5 180,-5-1-360,0-4 90,0-1-1349,4-9-181,-3-6 721,3-5 359,-4-9-1349,5 3 1709,1-8 0,0-1 0,-2-5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0 7533,'50'29'5127,"-8"-5"-4857,-16 11 359,-8-11-269,-13-3 90,6 3-270,-6-2 359,4 7 181,-7 6-540,2-2-90,-4 29 0,-4-21-270,-2 13 180,-4-23 0,-1-11 0,1-5-1619,5-5 719,-4 0-2248,-1 4 3148,-2-2 0,-2 2 0,4-3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41 7533,'0'-12'449,"0"3"-449,0 9 1350,0-4-541,0 2-359,0-2 90,0 0-1,5 2-179,-4-2 630,8 4-631,-8 4 541,7 29-540,-6-11-91,2 29 271,-4-5-180,0 11 0,0 19 179,0 19-359,0-32 180,5 22-180,-4-61-180,4 14-90,-5-27 0,0-1-450,0-5 271,4-5 269,-3-5 90,12-1-90,-6 1 359,13-9 1,0 7 0,1-7-90,4 4-180,-5 4 0,-4 2-270,3 4 270,-7 0-270,7 4-270,-8 2-90,4 4 450,-9-4-1079,3 2-630,-4-6 540,1 2 809,-1-4-1349,-1 0 1170,-3 0 179,3 0 0,-4 0-719,0-4 449,0 2 720,0-6 0,5 2 0,1-5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78 7533,'0'-14'-1439,"0"3"2158,0 11-359,0-12 449,0 9-539,0-9 90,0 12-270,0-11 180,0 8 0,0-8-90,0 11 989,0 0-899,0 11 269,0 4-359,12 10 0,-9 1 270,9 0-270,-12-1 0,0 1 0,0 11 269,0 26-269,0-5-180,0 16 450,0 23-540,0-23 90,-12 27 90,9-38-90,-9-11 0,12-1 180,0 1-180,0-1-3392,0 1 3482,0-1 0,-12 24 0,10-18-90,-10 29 90,12-32-180,-12 9 180,9-11 0,-9 11-90,12 14 0,0-8 90,0 16-90,0-7 90,0-9-180,0 5 90,0-22 90,0 0 3302,0 10-3392,-10 16 90,7-9-90,-8-7 0,11-13 0,0-20 0,0 31 90,0-6-90,0 0 89,0 18-178,0-29 89,0 32 0,0-32-90,0 17 180,0-32-90,0 9 0,0 12 0,0-6 0,0 8 269,0-13-269,0-12 0,0 11 90,0 15-90,0 2 90,0-2-90,0 8 90,0-28-180,0 16 90,0-11 90,0-9-90,0 22 0,0-22 0,0 32 0,-12-17 90,10 9-90,-10 8 90,12-29-90,0 29 0,0-8 0,0 3 0,0-4 0,0-2 0,0-21 90,0 20-90,0-7 0,0-2 0,0 11 0,0-22 0,0 10 0,0-2 90,0-6-3482,0 30 3482,0-17-90,0 9 90,0 41 0,0-52-90,0 64 0,0-73 180,0 40-90,0-18-180,0 23 90,0-22 90,0 5 0,0-32-90,0 21 3482,0 3-3482,0 2 0,0 9 90,0-23-90,0 9 0,0-21 0,-12 21 90,9 2-90,-8 4 0,11-3 0,0 8 0,0-17 89,0 20-89,0-24 0,0 10 0,0-20 0,0 20 90,0 2-90,0-8 0,0 17 0,0-8 90,0 3 0,0-4-90,0 9 0,0-29 90,0 30-90,0-33 0,0 9-90,0 12 90,0 5 0,0 23 0,0-11 0,0 9 90,0-32-180,0 6 90,0-23 0,0 0 0,0 11 0,0-9 0,0 21 90,0 3-90,0-9-90,0 17 90,0-21 90,0 2-180,0 19 90,0-28 0,11 28 0,-8-32 0,9 33 0,-12-30 0,0 17 0,0-11 0,0-8 0,0 20 0,0-21 0,0 21 0,0-21 0,0 10 0,0 33-3392,0-33 3392,12 33-292,-10-33 292,10-9 0,-12 19 0,0 3 0,0-8 0,0 17 0,0-31-90,0 8 90,0-11 0,0 23 0,0-30 3247,0 28-3247,0-33-90,0 12 527,0 0-437,0-1 0,0 1-90,0 23 90,0-18 0,0 18 0,0-12 180,0-20-180,0 18 180,11-10-180,-8 4 0,7 19 90,-10-30 0,0 27-90,0-28 180,0 9-90,0 9-90,0-6 0,0 11 180,0 20-180,0-40 0,0 26 0,0-20 90,12 2-180,-9 9 90,9-23 0,-12 9 0,0-8 0,0 11 0,0-1 0,0-10 0,0 8 0,0-9 0,0 0 0,0 9 0,0-9 0,0 12 0,0-12-180,0 10 180,0-10 0,0 12-90,0-12 90,0 9 0,0-9-270,0 12 90,0-12 90,0-3 0,0-11-3058,0 0 2698,12-11-1528,-10-3 808,22-23 541,-21-3 629,19-12 0,-7-11 0,10-2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25 157 7533,'-14'-14'-810,"3"3"270,11 11 540,0-11 180,0 8-90,0-21 360,11 21-180,-8-9-90,8 12-90,-11 0 3058,0 0-2968,0 12 0,0-9 269,11 9-269,15-12 0,3 0 0,-3 0-90,-2 0 90,-10 0 0,12 0-90,0 0 90,0 0-90,11 0 90,-7 0-180,7 12 0,-11-10 90,12 10 89,-10-12-268,10 0 89,0 0 89,1 0 1,2 0-180,-3 0 180,-1 0 0,15 0 0,-9 0-90,17 0 90,-30 0 90,18 0-90,-19 0-90,20 0-90,-8 0 0,0 0 180,-4 0 0,1 0-180,-9-11 90,43 8 0,-38-9 0,39 12 0,-46 0 0,23 0 90,-10 0-90,1 0 0,7 0 0,-18 0 0,19 0 0,-9 0 0,13 0 0,-14 0 0,11 0 0,-22 0 0,22 0 0,-21 0 0,20 0 0,-20 0 90,31 0-90,-17 0 0,21 0 90,-25 0-90,11 0 0,25 0 0,-14 0 0,25 0 180,-33 0 0,-2 0-180,2 0 180,21 0-180,-16 0 0,17 0 0,23 0 90,-23 0-90,50 0 0,-57 0 90,8 0-270,-25 0 90,2 0 90,10 0-90,-8 0 90,9 0 0,-13 0 0,13 0 180,-9 0-180,8 0 0,0-12 0,-8 9 90,8-9-90,25 12-90,-28 0 90,27 0 90,-36 0-270,2 0 0,21-11 180,-15 8 0,38-8 0,-39 0 0,6 8 90,-16-8 90,-7 11-270,-1 0 90,9 0 90,26 0-90,-14 0 0,15 0 0,-28 0 90,-7 0-270,-2 0 90,34 0 90,-39 0 0,38 0-90,-42 0 270,76 0-90,-40 0-90,47 0 0,-61 0 90,-2 0-90,-11 0 90,14 0-180,10 0 180,-8 0-90,9 0-90,21 0 90,-23 0 90,47 0-90,-51 0 0,18 0 0,-25 0 179,13 0 1,13 0-180,-8 0 90,29 0-90,-28 0 0,8 0 0,21 0-90,-39 0 90,38 0 90,-9 0-270,-17 0 180,15 0 0,-1 0 0,-24 0 0,23 0 0,-32 0 90,10-12-90,-8 8 0,9-8 90,-13 12-90,1 0 0,12 0 0,-10 0 0,33 0 0,-30 0 0,19 0 0,-25 0 0,2 0 0,-2 0 0,2 0 0,10 0-90,-20 0 180,18 0-90,-32 0 0,32 0 0,-6 0 0,10 0 90,-13 0-90,-2 0 0,-22 0 0,22 0 180,-10 0-180,1 0 0,19 0 90,-17 0-90,9 0 0,-3 0 0,-21 0 0,11 0 90,-2 0-180,4 0 90,0 0 0,-5 0 0,14 0 0,-19 0 0,19 0-90,-2 0 90,-16 0 0,28 0-90,-31 0 90,21 0 0,-22 0 180,10 0-180,-1 0 0,-8 0 0,20 0 180,-20 0-180,55 12 0,-36-8 0,28 8 0,-28-12-90,-7 0 90,0 0 0,8 0 0,-8 0 0,-2 0 0,11 0-90,-10 0 90,36 0 0,-20 0 180,43 0-180,-42 0 0,18 0 180,-22 0-180,10 11 0,-8-8 0,66 8 90,-54-11-545,42 0 455,-56 0 0,10 0 0,-8 0-90,9 0 90,-13 0 0,12 0 0,-8 0-90,8 0 0,1 0 90,-9 0 180,20 0 275,14 0-455,-16 0 180,24 0-180,-30 0 90,34 0-90,-17 0 0,5 0 0,9 0 90,-26 0-90,53 11-90,-54-8 90,17 8 90,-37-11-90,36 0 0,-27 0 90,28 0 0,-3 0 0,-23 0-90,35 0 90,-42 0-1,20 0-89,-8 0 90,-1 0 0,33 0 0,-39 0-90,38 0 90,-21 0-90,-7 0 90,5 0-90,-23 0 90,0 0-180,-1 0 90,2 0 90,-2 0-90,2-11 0,-2 8 90,1-8-90,0 11 180,-1 0-180,2 0 90,22 0 90,-17 0 0,52 0 0,-38 0-180,17 0-90,-37 0 90,-14 0 90,-13 0-90,25 0 0,-19 0 90,19 0-270,-37 0 180,23 0 0,-19 0-90,21 0 90,-13 0 0,1 0-270,-11 0 90,7 0 0,-19 0-270,9 0 181,-12 0-1351,0 0 1,-12 11 0,-3 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723 75 7533,'0'-23'90,"7"2"269,-5 13-269,5 1 90,-7 7 0,6-7 180,-4 6-270,5-6 270,-7 7 2428,0 0-2428,-7 7 270,-1 1-271,-14 7 451,-7 19-540,4-14 90,-16 21-181,16-18 181,-11 6-2216,0 1 2036,5 6 156,-31 8 114,19 2-270,-15-2 180,-4 12-181,26-21-179,-20 14 270,13-13-180,4 2 0,-5 0 0,21-15-180,10-4 2073,7-17-1983,4 11-463,-5-12-76,7 6-91,0-7-3958,0 0 2969,20-13 990,-9 3 269,24-11-989,-19 6 629,5 7-128,1-5 0,1 4 0,6-5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3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60 89 7533,'-15'0'-810,"8"0"1620,0-6-1,0 4-539,5-4 90,-4 6 180,-1 0-361,5 0 91,-4 0 90,6 0 719,0 0-449,6 0-270,3 0 90,6 0-270,-1 0-1,8 0 1,1 0 0,7 0-90,-1 0 270,14-7-180,-11 6-270,11-6 270,6 7-360,-14 0 180,13 0 90,-17 0-90,-9 0-270,19-6 180,-21 4 0,21-5-90,-18 1 180,7 4 0,-7-11 0,4 12 0,-16-6-180,8 0 90,-11 6 90,0-6-179,-1 7-91,-7 0-4767,0 0 4227,0 7 360,-7-6 450,6 13 0,-6-6 0,7 6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15 7533,'-9'0'1619,"3"0"-990,6 0 901,0 0-1171,6 0 1,3 0 180,19 0-360,-4 0 0,13 0 0,-2 0 89,-3 0 91,30 0-180,-20 0 0,22 0 0,-19 0 90,-1 0-540,-6 0 270,5 0-180,7 0 0,11 0 270,-13 0-180,-1-6 0,-30 4 90,4-4-90,-6 6-180,-7 0 0,5 0 91,-12 0-991,6 0 990,-7 0-3238,0 0 3418,-7 0 0,0 0 0,-8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3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14 665 7533,'-8'0'449,"2"0"-179,6 0 1529,0 0-1439,6-7 90,3-1-90,11-7-91,10-6 91,14-8-90,3 4 0,-3-9 90,5 4 0,-10-14-181,12 4 1,-13-2-270,-2 12 90,-6 0 90,-1 8 0,1-13-360,-1 17 270,0-16-179,14-2 179,-4 3 89,-1-3-178,-10 8-1,-13 12 90,-6 1-90,-2 2 90,-7 11 0,0-5-450,0 7-719,0-6 719,0 4 270,0-4-180,0 6-1799,0 0 1080,0 6 1079,0-4 0,0 11 0,0-5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16 606 7533,'-9'0'899,"3"0"-269,6 0 359,0 0-719,0-6 90,0-3-180,6-5 270,-4-1-91,18-6-89,-10 4-180,11-4 270,7-7-180,-10 3 0,16-11 180,3 0 269,15-8-269,8-2-180,0 2 0,-23 8-90,11-1-90,-22 6 180,10 2-90,-7 1-90,-14 12 0,0-6 0,-2 7 89,-11 7-178,11-5-91,-11 11 90,5-4 0,-7 6-7466,0 0 7376,-7 6 180,5 2 0,-11 7 0,4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4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 30 6633,'-8'0'360,"1"0"899,1 0-359,5 0-181,-6 0-179,7 0 2698,0 0-2698,7 0-180,1 0 89,6 0-89,8 0 0,-6 0-90,12 0-90,2 0 90,1-7-180,5 6 0,-6-6-1,-7 7-89,4 0 90,-3 0 0,5 0 0,7 0 0,-5-7-180,5 6 90,0-6-90,-4 7 90,-3 0 90,-7 0-270,-8 0 270,1 0-90,0 0-90,0 0 270,-7 0-180,5 0 180,-5 0-90,7 0 0,-1 0 0,2 0 0,-2 0-90,1 0 0,-7 0 90,5 0-90,-11 0-360,5 0 360,-7 0-9444,0 0 9444,-7 0 0,5 7 0,-4 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4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636 0 10951,'-7'9'539,"6"4"-89,-12-5-270,4 7 180,-5-1 0,-1 8 89,-6 1-89,-9 13-3572,5-11 3392,-3 2 270,7 2-270,-2-12 0,0 18 89,-5-12-89,6 6 90,-2 1-90,3-7-270,0-2 90,4 0 3572,-10-4-3392,3 17-270,2-16 270,-7 17-270,7-12 0,-1 6 270,1-6-360,8 5 180,-1-11-90,7 4 180,-6-6-90,6-1-180,0-5 0,-5 4 270,11-5-270,-4 0 0,6-2-180,-7-6 181,6 0-181,-6 0-180,7 0-5127,0 0 5218,7 0 449,-6-6 0,12-9 0,-5-8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4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621 29 7533,'8'-6'-360,"-1"4"990,-7-4 89,0-1-89,0 6-450,0-6 0,6 7 269,-5 0-269,6 0 270,-7 0 719,0 0-629,-7 7-180,-8 8-180,-1 1 449,-5 5-269,6-6 0,-6 6 90,5-4-181,-12 10 271,-2 3-360,-1 1 360,-6 6 179,-5 5-269,16-15-270,-16 13 180,6-4-180,4-3-90,-18 17 90,26-26-1,-10 4 91,4 0-90,12-10-450,-15 10 180,30-13 90,-17-7-359,18 5 179,-5-12 90,7 13-360,-6-13-180,5 6 271,-5-7 179,6 0-7106,0 0 6746,13-7 180,-3-1-989,17-7 1349,-4-6 0,6 5 0,1-6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4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60 7263,'0'-8'809,"0"1"-629,0 7 4138,0 0-3689,7 0-449,7 0 180,3 0 180,37-6-360,-18 4-90,28-5 359,6 7-449,-13-6 180,16 4 180,-2-4-360,17-1 90,-14 5-90,-4-4 90,-42 6 90,-13 0-270,-6 0 90,-2 0 90,-7 0-180,6 0-90,-5 0 180,5 0-809,-6 0-2610,0 0 2880,7 0 269,-5 0-719,5 0 539,-7 0-1259,0 0 1169,0 6 540,0-4 0,-7 11 0,-2-5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4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59 9512,'15'0'1259,"-1"0"-630,15 0-179,15 0-90,17-6-90,-7 4-180,-5-11 270,0 11-360,-1-11 180,-2 11-180,-6-4 0,-23-1 89,4 6 1,-6-6-269,0 7 89,-7 0 90,5 0 0,-11 0-270,11 0 270,-11 0-540,5 0 90,-1 0-449,-5 0 359,12 0 180,-11 0-809,5 0 449,-7 0 271,0 0 179,6 0-630,-4 0 451,5 7 449,0-6 0,0 6 0,8-7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30 7533,'8'0'1979,"-1"0"-1260,-7 0 990,0 0-1349,7 0 90,7 0-180,3 0-91,4 0-268,1 6 89,-6-4 0,5 4 179,1-6-898,7 0-361,9 0 901,-7-6-2790,10-2 2519,-29 0-629,14 1 90,-18 0 989,0 6 0,-2-6 0,-6 7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75 0 7533,'-15'7'3508,"6"1"-3328,3 6 719,6 14-539,0-10 180,0 17-1,0-12-179,0 0 0,-6 4 269,4 3-449,-11 1 900,5 38-990,-1-38 90,2 24 0,7-47-360,0 5 360,0-11-540,7 4 270,8-6-630,1 0 360,12 0-719,2-6 539,-5 4 181,3-11-811,-1 5 630,-9-1-1258,17 3 1168,-25 6 180,3-7-629,-6 6 539,-6-6 540,5 7 0,-6-7 0,0-1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3:09.2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370 192 7443,'-15'-71'3598,"0"15"-3508,8 35 90,-7 6-1,6 7-89,-26-5-90,14 12-269,-21-6 358,18 7-178,-1 13 89,4-3-90,5 11 0,-7 0 0,0 2 90,5 0 0,-3 5 0,12-5 0,-7 14 90,1 0-90,5-5 0,3-5 90,6-12-90,0 6 0,0 9 0,0 7 90,0-5-1,0 2-89,0-11 0,6 0 0,-4 5 90,12-11 0,-7 17-90,8-16 90,0 10 0,0-13 90,13 6-3572,-11-11 3482,18 3 0,-5-13 90,8 0-90,6-13-90,-13 3 180,3-11-90,-11-7 0,7-4 3392,0-18-3392,-8 10-90,0-2 90,-8-1 89,1-3-358,-6-13 269,-2 20-90,-7-2 0,-7-2-90,-8 9 90,-8-16-90,-14 27-90,-7 9 180,11 7-360,-7 7 180,23 0-90,-4 0-359,-1 0-1,12 0-1349,-9 7 90,17 14 1041,-5-3 0,7 23 0,0-10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3:10.4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340 193 6993,'0'-8'0,"0"1"0,0 1 360,0 4-90,0-11-1,0 12-179,-7-13 360,6 6-180,-6 0 90,7-5-180,-6 4-90,4 1 180,-4-5-1,-1 11 1,-1-10-90,-1 10-180,3-11 270,-14 11-270,15-5 90,-21 7 0,11 0-90,-1 0 90,-5 0-270,6 0 90,0 7 0,0-5 90,1 11-180,-1-5 270,0 13-90,0-4 0,7 4 0,-12 0 270,10 9-270,-4 1 180,1 12 0,11-12-180,-4-1 180,6 4-1,0-3-89,6 7 0,2-8 90,13 4-90,-4-16-90,4 3 360,7-1-270,-3-17 0,4 10-90,13-13 180,-10 0-180,13-7-90,-3-1 180,-11-13-90,6-2-90,-21 0 90,3 2-90,-10-1 90,-1 0 0,-2-14 0,-6 5 90,0 1-180,-6-11-90,-2 8-90,-7-18 270,0 13-180,7 9-90,-12 1 1,4 5-91,-7-6 270,1 12-540,15-3 1,-13 19-91,17-6 270,-17 7 450,18 0 0,-11 7 0,5 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3:11.5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319 163 7533,'-60'54'944,"0"-1"1,0 1-1,-24 21 1,30-9-766,62-29-179,14 8 180,1-14-90,-1-3 0,7-13 0,-13-7-90,12-2 270,-11-6-90,10 0 90,3 0-180,1 0 0,18-13 90,-16-3-1,10-21 91,-14 0-90,1-14-180,-7 18 90,-9-8 90,0 5-90,-13 3-180,6-9 0,-7 12 90,0 7 90,0-5-180,0 12 0,-7-12 180,-1 12-180,-13-19 90,-2 10 0,0-4-90,-5 8-90,12 12 180,-13-4-180,14 12 1,-14-13 179,13 13-270,-12-6-90,5 7 360,0 0-810,1 0 91,2 0 449,10 0-450,-10 7-89,19 8-1,-6 1 810,7 5 0,7 0 0,1 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11.8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33 7533,'0'-11'1169,"0"5"-899,0 2 1079,0-2-629,0 5-181,0-4 91,0 5 629,0 0-1079,0 5 0,0 6 0,5 7 630,-4 3-361,4 2-179,0 3 90,-3 3-90,3-1 0,-5 4-540,0-9 270,0 4 0,0-5 180,0 0-540,0-5 360,0 4 90,5-9-90,-4 5-1439,4-6 629,-5 0 450,0 0 1,0-5-1530,0 4 809,0-9 541,5 4 539,-4 0 0,3-4 0,-4 4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12.6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67 7533,'-6'-7'1979,"1"2"-900,5 5 2159,0 0-2159,10 0-719,2 0-270,10 0 270,10-4-3572,-8 2 2492,8-3 295,-10 1 425,-4 2-90,2-2-1259,-7-1 539,3 3 450,-5-3-89,0 0-1350,0 4 4034,-5-4-2864,-1 5-308,-5 0 644,0 0 1,0-4 0,0-3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12.9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7533,'1'68'2457,"-1"0"1,0 0-1,4 23 1,-4-20-2484,-5-49 26,5-8-1439,0-7 629,0-1 451,0-1-1,5-5-1349,-4 0 180,14 0-180,-8 0 809,9 0 360,-4 0-449,4 0 989,-4 0 0,4-5 0,-6-2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13.6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134 23 7533,'0'-6'1169,"0"0"-809,0 6-90,0-4 179,0 2-89,0-2-180,0 4 90,-5 0-90,4 0 0,-5 0-90,1 0 90,4 0-1,-9 0 1,4 0 0,-5 0 0,0 0 0,0 4 0,0-2-90,5 2 270,-4 2-630,9 0 270,-9 0 90,9 9-180,-4-8 0,5 4 0,5 4 90,-4-8-180,9 9 270,-4-5-180,0 0 90,9 5 270,-7 1-90,2 1 0,-4-3 90,-2-3-91,-3-2 91,4 2-180,-5-2 0,-5 2 90,-1-1 0,-5 0-90,0-5-630,-10 4 630,8-9-1259,-3 4 539,6-5 270,9 0-1708,-4 0 898,5-5 541,0-1-451,0 0 232,5-4 0,1-1 0,5-6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14.1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22 9602,'0'11'1259,"0"0"-720,0 0 181,6 10-540,-5-7 180,9 7 90,-9-1-271,9-1 1,-4-2 0,5-2-270,0-9 90,0 0-360,-5-1 181,4-5 89,-4 0-450,5-5 270,0-1 90,-5-5-360,4 0 181,-4-6 269,1 10-90,2-3 90,-8 10 450,4 0-270,-5 0 0,5 0 449,1 0-269,0 5 0,4-3 360,-4 8-361,0-4-89,4 0 270,1 3-270,2-7 0,-2 3-90,-1-5 90,-4 0 0,5-5-360,0-1 180,-5-5-90,4-1 180,-9 6 90,9-4-90,-9 4-90,4-4 179,-5 4 1,0-4 90,0 4-180,0-1-270,0-8 90,-5 13-90,4-13-359,-4 14 179,0-9 270,4 9-2069,-9-9 900,9 9 539,-9-4 720,9 0 0,-9-1 0,4-5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16.6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 71 7533,'-17'-12'809,"13"1"-539,-13 4-90,17 2 0,0 0 270,0 4-91,0-10-179,0 10 450,0-5-270,0 6 0,0 0-181,17 0 1,-13 0 0,30 6 0,-15 5 540,19 8-271,-2 4-89,2 5 0,-2-3 90,1 3 179,32 11-89,9-7-270,16 3 90,13-9-180,-13-12 90,16 2-91,0-9 181,2-2-180,14-5 0,6 0-360,-3 0 270,15 0-90,-13-5 180,16-2-540,-16-4 180,13-1 180,-30-5-629,13 4 359,-15-3 180,-2-1-90,1 4-90,16-9 0,-13 4 90,13 0-90,-17-4 91,17 9-1,-13-3 90,14 4 180,-17 0-180,0 1 0,0 4 0,-18 2 270,14 5-90,-13 0 0,0 0 359,12 5-179,-28 2-180,12 9 90,-16-3 180,-17 4-90,-3 0 809,14 6-269,-22 1-181,24 0-269,-49-7 180,11-6-630,-12-4 270,0-2-90,-3-5-180,-17 0 270,16 0-90,5 0-90,16 0-450,32-5 90,25-12-899,70-7 809,57-6 90,58 1 180,-14 16-167,7 3 347,-68 10-89,13 0-91,-12 0 270,15 0-90,101 10 179,-11-2-44,-123-2 0,-4 0 135,79 4-90,-66-9 0,-69 5 0,-34-6 0,15 0-180,-48 0 270,59 0-270,-70 0 90,38 0 0,-51 0 256,-15-6-256,11 5 0,-28-4-90,13 0-270,-17 3 1,0-8-811,0 4 540,0-6 181,0 1 179,0-1-3238,0-5 2608,0 4-1259,0-3 900,0 4 539,0 6 630,-17-5 0,-2 5 0,-18-6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17.4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7533,'0'96'8545,"0"-4"-7826,0-20-809,0-6-5390,0-20 5210,0-14 1610,0-12-1340,0-7 1049,0 3-2398,0-5 539,5-5-2158,1 4 3992,5-14-2643,0 3 808,-5-10 811,4-5 0,-9-1 0,4-6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17.7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62 122 7533,'-12'-5'0,"1"-1"0,0-5 629,0 5-449,5-4 2339,-4 4-450,9 0-1530,1-4-179,11 9-450,16-14-90,3 13 180,38-11 0,5 1 0,-24 8 0,13-3 0,0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17.9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67 10861,'11'0'1979,"5"0"-1620,-4-5 1,9 4 0,6-14-630,3 8 270,12-10-2338,-7 11 718,3-3 1620,-15 7 0,-2-2 0,-10 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24.9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78 7443,'-6'0'1079,"1"0"1170,5 0-1620,5 0-449,0-5 180,7 4 270,8-4-360,-6 0 179,11 4-269,-7-4 0,4 0-180,-5 4 0,4-9 180,-4 8-450,5-3 270,0 1 0,-5 2 180,4-2-809,-8-1 269,13 4-450,-8-4 360,4 0 181,-6 3 179,-10-3-720,4 5 540,-4 0-179,0 0 89,4 0 0,-9 0 0,4 0 180,0 0 0,-4 0 0,4 0-360,-5 0 1,-10 5-1,-2 2 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25.3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1 7173,'0'6'1529,"0"9"-1259,0-8 0,0 9-90,0 0 359,0 1-179,0 5 0,0 5-180,-5 1 180,4 5-91,-3-4 1,4 3 90,0-9 0,0 9-180,0-9 180,0 14-181,0-12 1,0 6-180,0-13 0,0 2 180,0-7 0,0 3-450,0-5 180,0-5 0,0-1 90,0 0-269,0-4 179,0 4 0,0-5-720,0 0 630,0-5-719,0 4 359,0-9 270,0 4-90,0 0 91,0-4 179,0 4-360,0-1-360,0-2 810,0 2 0,0-8 0,0-2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26.0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22 7533,'0'-6'-180,"0"1"360,0 5-180,4-5 180,-3 4-1,4-4 91,-5 5 180,0 0-450,0 5 630,0 1-450,0 10 0,5-4 359,-4 9-179,4-4 90,-5 5-360,0 1 359,0 3 181,0 12-450,0-7 360,0 11-181,-5-19 1,4 4 90,-4 0-90,5-4-270,0 0 90,0-8 0,0-9-360,0 4 270,0-8-90,0 3 179,0-5-808,0 0 359,5 0 90,1-5 90,10 3 90,2-3 0,4 0-90,5-1 630,1 0-3752,5 2 3392,1-1-998,-2 4 998,7-4 19,-10 0-199,7 3 180,-12-3-91,3 5 91,-10 0-90,4 0-360,-9 0 270,4 0-89,-10 0-721,4 0 3223,-8 0-2593,3 0 1564,-5 0-4533,0 0 2464,-5 0 416,-2 5-991,-4-3 1260,5 3 0,-8 0 0,1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28.0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7982,'8'0'900,"5"4"-360,-5 7 89,-1 10-449,0 1 90,-7 2 0,6-8-90,-4 0 90,11 7-91,-6-8 1,8 7 90,11-9-90,4 3-270,6-3 90,-1-1 90,-6-8 90,-1 0-450,1-4 270,-1 4-90,0-3 0,0 2 90,20-6-270,4-5-89,38-5 179,10-4-114,-36 9 0,0 0 205,40-5 268,5 5-89,7 5 180,-21 3-180,22 0 90,-40 3 0,-6 2-277,13 7 187,-17-3 180,9 2-90,-26-2-90,-7-1 90,-8 4 359,12 0 495,-1 12-854,4-3 190,-21 0-10,-10-9-270,-18-5 180,6-3-91,-7 1 1,0-2 630,0-3-990,6 0-540,14-3 361,22-9 269,11 2-540,16-5-1230,-4 7 1680,6 0-90,6 3 360,8-2-180,-5 6-90,10-2 270,27 3-2925,-29 0 3015,34 3-90,-50 2-65,12-1 65,-18 3-90,16-2 90,-9 3-830,12 0 740,0 0 450,0-3-180,0 2 0,0-3-270,-7 5 923,0-5-833,-7 0 0,-6-1 2895,17-2-2805,-8 3-180,-8-4 90,-12 0 0,-20-4 0,-10 4 3,9-8-3,-17 4-360,29-8 180,-18 3 1691,14-3-1960,-14 4 165,2 0 15,1 0 179,10 0-360,-10-1-90,18-2 0,-11 2 360,6 1-90,-15 0 1,-7 7-181,-7-6 180,0 6-450,0-2 270,1 3 91,-1-4-1,0 3-360,0-3-269,0 4-1,7-3 181,1 2-451,-6-3 1170,3 4 0,-12-3 0,7-1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29.5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243 243 7713,'0'-6'1349,"5"1"-989,-4 0-1,9 4-179,-9-9 90,4 4-90,0 0 0,-4-4 0,9 4 90,-9-5-90,9-5 89,-9-2-89,4 6-270,-5-7 180,0 16-180,0-16 270,0 16-450,0-11 270,0 7 0,0-4-90,-5 0 90,4 0-89,-9 5 89,4-4-180,-5 9 180,0-9 90,0 9-180,0-4 90,-5 5 0,3 0 0,-3 5 180,6 1-180,-12 10 0,9 1 359,-13 5-179,14 5 90,-9-3-270,9 2 270,-4 1-3392,5 1 3212,0 6-860,0 4 1130,5-4-384,-4 5 383,9-1-272,-4-4 183,5 4-180,0-10-180,0-1 2776,10 10-2506,2-16 1248,5 15-1428,4-24 608,-9 4-788,4-6 97,-5-4 83,5-1 90,-4-5-630,4 0 180,-4 0 180,3 0-719,-2 0 449,2 0 90,-3-5-989,8-1 720,-6-4 269,7 4-3482,-10-4 2853,5 4 359,-4-6 270,4 6 0,-5-3-89,0 2-119,0 1 1,-4-9 0,-2 3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29.8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71 1 7533,'-38'89'5037,"5"-17"-4857,43-57-90,1 1-90,2-3 0,2 3 180,-4-10-450,5-1 180,-4-5 90,5 0 90,-6 0-360,-1-5 90,2-1 180,-1-5-360,-5-1 90,4 2 90,-9-2 1,4 2 89,-5-2 90,0 2-90,0-2-180,0-3 0,-10-3-180,-2-4-3212,-6 5 3393,3 1-181,-1 5 180,3 5 180,-3-4-630,5 9 271,0-4 89,5 5 3212,-4 0-2852,9 0 0,-9 0 0,5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30.4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56 6307,'-6'-6'-450,"2"1"1493,4 5-323,0 0 26,0-5-296,0 3 14,0-3-194,0 5 501,0 0-591,0 5 450,0-3-181,0 12-89,4-6 90,3 17-270,3-2 0,-3 6 989,2 8-449,-2-13-361,-2 8 181,5-10-180,-3-4 90,4-3-180,-5 1-1,3-8-89,-2 6 0,9-8 0,-4 1 90,4-2-270,-5-10 270,5-2-540,-9-8 180,8 2 90,-9-3-630,0 1 360,4 2 181,-9-7-901,9-8 270,-9-11-269,4-7 539,-5 12 91,0 4-361,0 13 360,0 0 180,0 5-989,0 3 809,0 7 90,0-3-899,0 5 539,-5 0-989,4 5 1619,-9-3 0,4 12 0,-4-2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31.1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1 265 7533,'39'-34'3148,"-1"2"-2788,-10 10-180,-1 5-450,-10 1 180,4 0-90,-4-1 90,-5-5 0,3 5 450,-14-14-180,4 21-180,-5-15 0,-5 24 90,-1-4-90,-5 5 90,0 0 0,-5 0-180,-1 0 180,-10 10 359,4 2-269,-4 10-90,14-5 360,-1 4-270,8-4 180,0 6-91,1-1-179,5 0 90,0-5-90,0 4-90,0-9 90,5 9 90,1-9-3392,5 4 2852,0-5-1644,5-5 2004,-4-1-1259,14-5 899,2 0-539,-3 0 359,5-5 180,-17-1-360,3 0 2759,0-4-2309,-4 4 2638,3-5-2728,2 0 91,-5 0 89,4 0 0,0 0 180,-9 0-180,8 5 630,-14 1-360,4 5-90,-5 0 0,5 0 1079,-4 0-629,4 5-90,-5 1 989,0 5-540,0 5-359,0-4 0,0 9 89,5-4-89,-4 1-90,4 2-180,0-7 270,-4 2 179,4-3-359,-5-2-90,0-4 0,5-1 0,-4-5 180,4 0-91,-5 0-269,0-5 0,5-1 180,-4-9-270,9-2-3302,-4-1 3392,1-2-359,7-8 179,-6 4 180,7-3-630,-4 6 270,0 4-89,5-5 179,2 0 90,-1 9 180,-1 4-360,9 9 360,-5 0 3302,7 0-3842,-6 0 360,-9 0-89,4 0-631,-5 0 450,0 0-1169,0 0 900,-4 0 179,-3 0 247,-4 0 1,5 4 0,1 3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36.2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0 14099,'6'0'809,"4"0"-629,1 0 0,6 5 0,10 1 0,6 5-450,-3-5 270,-4 0 90,-4-2-270,-11 2 180,11 0-90,-10 4 90,-1-8 90,-1 8-180,-9-9 270,3 4 90,-4-5 630,0 0-721,0 4 1,0-2 0,0 2 0,0 1 180,-9 2-360,-4 9 90,-13 1-270,-3 5-3302,1 0 3302,1 0-360,-5 5 271,8 1-541,-8 1 360,20-7 91,-3-7-361,14-3 0,-9-1 361,9 0 2581,-4-5-3391,5-1-1799,0-5 2968,5 0 0,1-5 0,5-1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46.9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165 70 9062,'-6'5'809,"-8"1"-539,1 10-90,1-4-90,-3 9 270,4-4-90,-6 6-90,5-6-1,-3-1-268,9-5 268,0 0-358,-4-5 89,9-1 90,-4-1 90,5-2-270,-5 2 90,4-4 0,-4 0 90,5 0-450,0 0 270,5-9 90,6-8 90,1-7-90,9-2 90,-9 3 0,4 6 0,-5-4-90,0 9 90,0-4 90,1 0-3482,-6 4 3302,3-4 270,-7 10-180,7 1 90,-8 0-90,10 4 0,-10-4 180,4 5 3212,-5 0-3392,0 0 270,4 0-270,3 5 360,4 1-180,0 5-1,-5-5 1,4 4 90,1-4-180,1 5 180,9 10-90,-4-3 0,5 9 90,0-10-360,0 4 90,-5-8-270,-6-2 180,-6-6-90,0 0 270,-4-4-540,4 4 270,-5-5-1057,0 0 0,0-5 1,0-1-1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3:19.1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23 8342,'5'0'540,"5"0"-90,1 0-180,1 0-1,10 0-89,-6 0 90,7 0 90,-1 0-180,5 0-180,-4 0 180,4 0 0,0-5-1,-4 4-89,4-5-180,0 6 270,-3 0-180,2 0 90,2 0 90,-5 0-90,4 0-180,-10 0-3392,4 0 3662,-4 0-180,0 0 90,4 0 0,-8 0 0,2 0-270,-4 6 270,0-5 0,5 4-90,-3 0 3482,3-4-3392,-5 4 0,0-5-90,0 0 90,5 0-90,-4 0 90,4 0-180,-5 0 180,0 0-90,0 0-90,0 0 90,-4 0 0,2 0 0,-8 0-270,4 0-270,-5 0 270,0-5 270,0 4 0,0-4-3148,0 5 2609,0-5 539,0 4 0,-5-9 0,0 4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3:44.74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13 553 7533,'-7'0'-540,"2"0"-180,5 0 541,0-5 1348,5 3-180,7-13-89,1 7-361,4-9-179,0 0 0,2 4-90,-2-4-90,6 0 0,-10 4 0,9-9-90,-4 9 89,6-9 1,-1 9-180,1-10 0,-1 10 180,1-9 0,-1 9-360,1-9 90,-6 9 90,5-10-180,-5 10 90,6-4 90,-6 0 0,4 4-90,-9-4 90,9 5 90,-9 1-90,4 4-90,-5-3 180,0 3-90,0 1-179,-6-5 179,5 10 89,-10-4-89,4-1-179,0 5 179,-4-4 0,5 5-90,-6 0 90,0 0-90,0-5 90,5 3 0,-4-3 0,5 5-90,-6-5 90,5 4-90,-4-10 90,9 10 0,-8-5-90,3 6 0,-5 0 90,0-5-180,0 4 180,0-4 0,5 5-90,-3 0-90,3 0-90,-5 0-899,0 0 1079,5 0 0,-3 0-90,3 0-90,-5 0 0,0 0-269,0-5 179,0 3 0,0-3-90,0 5 91,0 0 359,5 0 0,-4-5 0,4-2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4:02.47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12 719 6543,'-6'0'900,"1"0"2068,5 0-2878,5-6 90,-4 0 0,9-6 0,-3 0-90,5-5 90,5 4 89,1-9-89,6 3-180,-1-9 90,6 3 90,-4-9-180,9 9 360,11-19-180,-6 11-1026,13-7 1026,-17 11-90,-5 0-326,-1 4 236,-6-3 179,1 10-89,-1-5-90,-4 5-90,-3 0 270,-4 1-90,0 5-180,-5-5 0,3 4 180,-8-4 645,8 5-825,-9 5 348,4-3-168,0 3-360,-3-4 90,8-1 90,-8 6-180,8-5 90,-9 10 90,4-10 0,0 10-90,-3-4 0,3 5 180,-5-5-180,0 3 1,0-3-91,0 5-270,0 0 90,5 0 180,-3 0 1,3 0-91,-5 0-360,0 0 450,5 0-179,-3 0-1,8 0 0,-9 0 90,10 0 360,-10-5 0,10 3 0,-10-3 0,4 5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4:03.14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11 106 7533,'-6'0'-1170,"1"0"2699,5 0-1439,5 0 540,-4 0-180,10 0-180,-5 0 0,6 0-1,5 0 91,-3 0-180,13-5 0,-2 3 90,5-3-90,-2 0-180,1 4 270,1-4-91,5-1-269,1 5 360,15-10-180,-7 10-90,9-9 0,-13 8 90,-5-3-90,0 0 0,-5 4-90,4-4 180,-3-1-90,-1 5 0,9-10 0,-13 10-90,8-4 90,-11 5-90,-4-5 90,-2 3 0,-5-3-180,-1 5 1,-4 0 179,-2 0-90,-5 0-1260,0 0 1,-5 0 0,-2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4:05.33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 1 7443,'-7'0'-1080,"2"0"631,5 0 3417,0 0-1799,10 0-1079,-2 0 360,9 0-90,0 0-180,1 0-90,6 0 89,4 0 1,-3 5 0,9-4-90,-4 4-90,5-5 180,1 6-90,-1-5-90,-5 5 90,4-1 90,-4-4-270,0 4 90,4-5 0,-9 5 180,4-3-270,-6 3 0,-4-5 180,3 0-360,-9 0 180,4 0 0,-5 0 180,-6 0-270,5 0 90,-10 0-90,4 0 0,-5 0 1,5 0 89,-3 0 90,3 0-180,-5 0-4677,0 0 4857,-5 0 0,3-5 0,-3-2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4:05.89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0 718 6363,'18'-12'630,"0"-5"-360,-1 4 0,1-10 0,11 5-1,-4-5 1,3-1-180,1 1 180,-4-1-90,9 1 0,-9-1 0,8-4 90,-8 3-91,9-9-89,-9 3 180,9-4-90,-4 0-90,0 0 90,-1 5 270,-6 1-90,-4 6-91,3-1 91,-9 0 0,4 6-180,-5 1 0,0 5-90,-1 1 0,-4-1 90,3 0-1,-3 0-179,-1 6 0,-1-5 270,1 10-540,-5-4 181,4 0-1,-5 3 269,0-3-538,6 5 179,-5 0 180,4 0-360,-5 0-1192,0 0 1,5-5-1,1-2 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4:06.64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13 740 6813,'-7'0'-360,"2"0"450,5 0 2879,0 0-2969,5-5 0,2-1 179,5-5-89,5-1 90,1-5 0,11 4-90,-10-4 0,14 0 90,-8-2-90,5-4 0,-1-1 270,-1 1-270,-3-1 0,4 1 269,-6 0-269,1-6 90,-1 4 0,1-4-90,-1 0 0,1-1 90,0 0-360,-1 1 270,1 1-90,-6 3 90,4-4-90,-9 11 0,4 1 180,-5 5-90,0 0-180,-1 1 0,1-1 0,0 0 0,-6 6 180,0-5-90,-6 10-180,5-10 270,-4 10-90,4-4-270,-5 5 180,0-5 0,0 3 90,0-3-180,5 5 90,-3 0 90,3-5-359,-5 3 179,0-3-90,0 5 180,0 0-180,5 0 180,-3-5-90,3 4 90,-5-5-180,0 6 1,0 0 89,0-5-90,0 4 0,0-4 90,5 5-629,-3 0 449,3 0 0,0 0-450,-4-5 810,9 3 0,-3-8 0,5 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4:07.21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83 6453,'-7'0'-449,"2"0"539,5 0 3957,0 0-3957,5-6 90,2 5 0,5-5 0,5 6 0,6-5 90,7 4-91,6-4-179,4 0 0,-4 3 180,10-8 0,-4 9-360,11-4 180,-10-1 0,13 5-90,-18-4 0,13-1 90,-14 5 90,3-4-90,-10 5 0,-1 0 90,-6 0-90,1-5 90,-1 4-90,-4-5 0,-3 6 0,-4 0 0,-6 0 90,5 0-90,-4 0-90,0 0 0,-2 0 180,0 0-539,-4 0 269,4 0-4947,-5 0 5127,0 6 0,-5-5 0,4 4 0,-4-5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4:10.99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46 95 7533,'-11'0'-90,"5"0"0,0 0 90,6 0 0,-5 0 90,4 0 0,-5 0 180,6 0 1529,0 0-1530,-5 0 91,4 0-270,-4 0 720,5 0-541,5 0-89,-4 0 0,10 0 90,-5 0-270,11 0 360,7 0-360,6 0 180,5-6 180,16 0-3752,-6-1 3392,7-3 174,-12 8-264,-5-3 90,1 0 180,-1 4-90,-5-4-90,-1 5 90,-5 0 0,-6 0-90,9 0-90,-12 0 180,2-6 3120,-7 5-3120,-3-5-83,-1 6-97,-1 0 0,-5 0-4227,0 0 4047,6 0-629,-5 0 359,4-5 90,0 4 90,-4-4 360,10 0 0,-10-2 0,4-5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4:11.5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1 741 9422,'0'-7'449,"0"2"-269,0 0 0,5-2-180,1-5 450,16-10-270,8-3-90,7-10-127,4 0 397,-1 5 0,2-4-181,0 9 181,8-9-525,-6 4 345,3-6 0,-2 1 0,-3 5 179,21-19-179,-12 15-339,1-17 339,-2 5-360,-23 13 180,13-6 0,-23 21 90,1-4-270,-7 9 433,-4 1-433,4 2 90,-10 8 0,4-3 199,-5 5-6766,0 0 6478,0 5 179,0-3 0,-5 3 0,-2-5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4:12.40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36 646 7533,'-12'0'629,"6"5"-1798,-5-3 1259,10 3-270,-4-5 0,5 0 2249,0 0-1349,5-11-541,-4 4-89,15-10 180,-8 0-90,9 4 0,0-9 180,1 3-180,5 1 0,6-9 0,-4 7 89,9-9-89,-4 6 0,5-1 0,-5-5 0,5 4 0,-6-8 0,2 3-180,-3 0 90,1-4 90,-9 9-90,17-15-180,-21 14 270,17-2-360,-20 5 90,4 10 90,-5-3 90,-6 4-360,5 1 270,-10 4 0,9-3-90,-9 8 90,5-3 0,-6 5-90,0 0 0,0-5 0,0 4 180,0-4-450,0 5-5576,0 0 5936,5 0 0,-4 0 0,5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4:12.7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24 7533,'-6'0'359,"1"0"1,5 0-270,5 0 360,-4 0-90,9 0 0,-8 0-181,8 0 271,-8 0-90,8 0 0,-4 0 90,6 0-181,0 0 91,5 0-180,2 0 90,4 0 90,11 0-180,-3 0 0,10 0-1,-6 0 1,5 0 180,49-5-360,-35 3-629,34-3 809,-53 5-708,-5-5 528,-2 4-90,-4-4 180,-6 5-360,-1 0 180,0 0 0,-9 0 157,8 0-247,-15 0 371,10 0-371,-10 0-360,4 0 360,-5 0-5396,0 0 5576,5 0 0,2 0 0,4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4:13.6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82 7533,'-7'0'-900,"-3"0"540,9 0 181,-4 0 5485,5 0-4946,5 0-90,1 0 0,11 0 0,7 0 90,6 0-180,11 0-91,16 0 1,-6-5-90,7 4 0,-13-10 360,28 5-450,-23-1 0,22-3 0,-42 8 90,4-3 0,-4 5 0,0 0 90,-1-5-270,-6 4 180,-4-4 90,2 5-90,-7 0 0,3 0 90,-11 0 0,5 0-180,-10 0 180,5 0-90,-6 0 90,0 0-270,5 0 90,-4 0 90,4 0-2158,-5 0 1888,5 0 90,-4 0-90,5 0-360,-6 0 271,5 0 179,-4 0-90,5 0-630,-6 0 541,0 0-541,5 0 450,-4 0 91,4 0 359,0-5 0,2-1 0,5-6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4:31.26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1 672 8162,'5'-12'630,"2"5"-450,5-3 0,-1 3-360,1-5 180,0-5 90,5 4-90,-4-4 90,15-5 90,-14-3 90,13-5-1,-9 2-179,6 4 90,5-5-90,-5-1 90,5-5 0,0 5-90,-4-4 90,9 9 0,-9-4 0,-2 6-90,-1-1 89,-3 1 1,4 4-180,-4-3 0,-2 9 180,0-9-90,-4 9-180,3-4 90,-4 5 90,0 0 0,-5 6-180,3-5 0,-8 10 90,8-4-90,-9 0 180,4 3-90,-5-3-90,0 5-5846,0 0 5936,0 5 0,0-3 0,-5 3 0,-1-5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4:34.07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24 36 7533,'-6'0'-90,"0"0"-270,6 0 90,0 0 90,-5 0 450,4 0-270,-5 0 540,6 0 3238,0 0-3688,6 0-1,0-5 1,6 4 0,0-4-90,-1 5 0,1 0 90,5 0 0,-4 0-180,4 0 90,-5-6 90,5 5 0,-4-5 90,4 6-180,-5 0 90,-1 0 0,7 0 0,-5 0-90,4-5 90,-5 4-90,-1-4 180,6 5-270,-4 0 90,4 0 90,0 0 0,-9 0-180,8 0 0,-10 0 180,6 0-90,0 0 0,0 0 90,-1 0-90,1 0 270,-6 0-270,5 0 90,-5 0-90,6 0 90,-6 0-90,5 0 0,-4 0 89,0 0-89,3 0 90,-4 0 0,1 0-180,3 0 180,-3 0-90,5 0 90,0 0-90,-6 0 0,4 0 90,-3 0 0,5 0-90,-1 0 90,12 0 0,-14 0 0,12 0-90,-10 0-90,3 0 180,-3 0-90,0 0 90,-5 0-270,1 0 270,3 0-90,-9 0-90,10 0 90,-10 0 0,5 0 0,-1 0-90,-4 0 90,4 0-5847,-5 0 5308,5 5 269,-4-4 270,10 4 0,-4 1 0,5 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4:34.82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 24 7533,'-6'0'-1439,"1"0"1439,0 0 0,3 0 269,-3 0 271,5 0 1799,0 0-1979,5 0-91,-3 0-89,13 0 180,-7 0-180,9 0 0,0 0 90,1 0-270,6 0 0,-1 0 180,1 0-180,5 0 179,-5 0 1,5 0-360,0 0 270,-4 0-180,4 0 270,-6 0-270,-5 0 0,4 0 90,-8 0 360,8 0-270,-4 0-90,-5 0 90,3 0 180,-9 0-180,4 0 0,-4 0 0,3 0 0,-3 0 0,-1 0 90,5 0-270,-5 0 90,6 0 90,0 0-270,0 0 180,-1 0-90,1 0 180,-5 0-450,3-5 270,-3 3-90,-1-3-270,-1 5 181,0 0 89,-3 0 0,3 0-180,1 0 90,-5 0 90,4 0-629,-5 0-1980,0 0 2340,0-5 449,0 4 0,5-4 0,1 5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4:35.59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60 23 7533,'-6'0'-450,"0"0"450,1 0-810,3 0 900,-3 0 0,0 0-180,4-5 630,-4 4-180,5-4-180,-5 5 449,3 0-269,-3 0-90,0 0 0,3 0 180,-3 0-91,5 0 991,0 0-1170,5 0-1,2 0 1,10 0 180,17 0-270,-7 0-270,18 0 180,-15 0 0,5 0 90,-5 0-180,4 0 90,-4 0 90,0 0-180,-1 0 0,-5 0 180,-1 0-90,1 0 270,-6 0-270,10 0 90,-15 0 90,10 0-90,-6 0-90,-4 0 90,4 0 0,0 0 0,1 0-90,0 0 0,5 0-90,-5 0 180,0 0-360,4-5 90,-9 3 0,4-3 270,-5 5-540,-5 0 180,3 0 1,-8 0 89,8 0 0,-9 0 90,5 0 0,-6 0-765,0 0 1,-6 0-1,-1 0 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4:36.23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24 7533,'-6'0'270,"1"0"3507,5 0-3597,5 0 0,2 0 0,10 0-270,-4-5 270,15 3 90,-9-3-90,10 5-180,0 0 0,0-5 180,2 4-90,2-4-360,-8 5 180,4 0 0,-5 0 0,-1 0 0,1 0 90,-6 0 90,4 0-270,-9 0 90,4 0 90,-5 0-270,0 0 180,-1 0 0,1 0 90,-5 0-180,3 0-89,-3 0 269,4 0 0,1 0-450,-5 0 180,3 0 0,-3 0-180,5 0 181,-1 0-1,1 0 0,0 0-270,-1 0 180,1 0 1,0 0-181,0 0 90,-1 0 90,1 0 180,-5 0-179,3 0 359,-3 0 0,-1 0 0,0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4:36.8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47 7353,'6'0'1799,"5"0"-1349,-5-5-91,6 3 1,5-3 90,1 5-180,0 0 89,5 0-179,-5-5-90,11 4-3302,-5-4 3392,5 5-352,-5 0 262,4 0 0,-3-6 89,4 5-358,-6-4 269,1 5-180,-6 0 90,5 0 3261,0 0-3261,2 0-180,-2 0 90,0-6 90,-10 5-90,9-4-270,-9 5 304,9 0-124,-8 0-360,2 0 270,-4 0 90,0 0 0,0 0-449,-6 0 269,5 0 0,-5 0-180,0 0 91,5 0 89,-10 0 180,5 0-540,-6 0 720,0 0 0,5 0 0,1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4:37.49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48 25 7533,'-7'-6'180,"-4"5"-1080,10-5 450,-9 6 1,8 0 449,-2 0 1079,4 0-809,0-5-90,0 4 809,0-4-449,-6 5 359,5 0-539,-4 0 0,5 0 180,0 0-360,5 0-1,1 0 1,11 0 180,1 0 0,6 0-3572,5 0 3212,1 0-230,10 0 410,2 0 0,0 0-360,-1 0 180,-6 0 90,0 0-180,0 0-180,1 0 270,-1 0-179,-5 0 179,-7 0-90,0 0 90,-10 0 3278,4 0-3278,-6 0 343,1 0-523,5 0 0,-9 0 180,8 0 0,-10 0-719,6 0 359,5 0 90,-4 0 90,-1 0-719,-2 0 359,-8 0 180,3 0-449,0 0 269,-3 0 180,8 0 0,-9 0-89,4 0 449,-5 0 0,5 0 0,2 0 0,5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4:38.10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25 13 7533,'-12'0'0,"5"0"0,2 0 180,5 0-1,0-6-89,0 5-90,0-5 270,0 6 0,0 0 0,5 0-90,2 0 180,10 0-1,6 0-89,2 0 0,9 0-90,-4 0 0,0 0 0,4 0 90,-9 0 0,9 6-91,-4-5 181,0 5-180,-1-6 0,0 0 0,-5 0-90,10 0 90,-9 0 90,4 0-90,-6 0-91,1 0-89,-1 0 180,1 0-270,-1 0 180,-4 0 0,-2 0 0,-5 0-90,5 0 0,-10 0 180,9 0-450,-9 0 270,-1 0-180,5 0 270,-10 0-449,4 0 179,1 0 90,-5 0 0,4 0-450,-5 0-922,0 0 0,-5 5 1,-2 1-1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7:32.20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14 681 7892,'-7'0'1530,"1"0"-1350,6 0 1618,0 0-1168,6-6-270,-5 5 0,10-5 629,19-23-809,0 11 0,20-31-180,-17 28 180,-2-9 0,-5 16-180,-1-10 0,1 4 90,0-6 0,11-5 0,-9 4-90,10-5 90,-13 7 89,1-1-89,-1 0 0,1 6 180,6-15-180,-5 17 0,-2-17 90,-6 21-90,-1-5-90,-3 7 0,3-1 270,-5 0-450,-6 0 90,4 6 90,-9 1 90,9 0-90,-9 5-90,4-5 0,-6 6-90,0 0-90,5 0 0,-4-5 270,5 3-359,-6-4 179,0 6-90,0 0 0,6 0-90,-5 0 270,5 0-90,-6 0-4947,0 0 5127,6-5 0,1-8 0,5-7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7:32.8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40 667 7533,'-13'0'-270,"5"6"630,-3-5-1,9 5-269,-4 0 0,6-5 270,0 5-90,0-6 1889,0 0-1799,6-6-1,1-1-179,12-6 180,-5-5-180,10 3 0,-4-9-180,6 4 90,0-11 90,-1 4 0,1-5-180,6 1 179,-5 4 1,4-4-180,0 5 0,8-11 180,-5 8-270,3-7 90,6-2 90,-19 16-180,17-8 180,-21 11 0,6 5-90,11-16 180,-3 3-270,5 0 180,-14 2-180,-6 13 0,-6-1 90,-6 6-180,-1 1 0,0 6 180,-5-6 0,5 5-449,-6-5 269,0 6-4767,0 0 4677,-6 0 270,5 0 0,-11 0 0,5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7:33.4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52 681 7533,'-14'0'90,"-3"5"90,15-3-1,-4 3 361,0-5 0,5 6-180,-5-5-1,6 5 181,0-6 180,6-6-181,7-1-179,1-11-180,11 4 0,-11-11 90,10 5-90,-4 0 0,12-10 0,-5 9-91,10-10 91,-10 5 90,4-5-90,-5 4-180,5-5-3392,-4 7 3392,-1-1-235,-2 0 324,-4 1-89,11-12 0,-9 14-89,8-13-2012,-16 16 2011,10 0 1582,-9 2-1582,3-1 142,1 5-142,-5-5-1886,4 7 1976,-5-1 1715,0 0-1895,0 6 857,-1-5-677,-4 11 90,3-11-270,-10 11 3474,11-5-3654,-11 1 475,5 3-295,-6-3 90,0 5-270,6 0 90,-4 0 0,3 0-269,-5 0-991,0 0 1,0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7:34.11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78 642 4023,'-7'7'270,"-5"-2"1301,5-5-2380,-1 0 511,-9 0 1287,15 6-269,-15-4-360,15 4 856,-4-6-676,6 0 839,0 0-1199,6-6 0,1-1 0,6-6 0,6-6 90,0 0 0,8-7-91,4 0 1,-4-5 0,10 4 0,-10-10 0,10 10 90,-4-5-180,0 7 270,9-7-540,-2-6 180,0 9-270,-3-6 270,-11 20-90,-1-9 180,1 10-360,-6-10 180,5 9 0,-11-3 90,4 5-90,1 0-90,0-5-179,2-2 89,-3 5-270,-10-2-90,3 16 1,-10-11 449,4 11-810,-5-5-89,0 6 966,0 0 1,0-6 0,0-1-1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7:34.91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77 604 6667,'-11'7'-540,"2"-2"360,-3-5 720,0 6 603,5-4-963,0 4 235,-5-1-235,11-3 73,-4 3-73,5-5 1033,0 0-853,5-5 90,2-3-270,12-4-3392,1-1 3302,6-6 359,16-12-269,-6 2-45,7-2 0,3-3-6,20-16-129,-24 18 0,-1 0 180,14-18-90,-5 0-180,-14 14 3592,7-6-3682,-24 16 180,0 0-179,-1-5 358,3 4-148,-1 1-301,-7 13 270,-7 2-450,-6 9 90,0-3 181,0 5-2430,0 0 2069,5 0 91,-4 0-1,5 0 90,-6 0-90,5 0 450,-3 0 0,10 0 0,-5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7:35.54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39 705 7533,'-12'0'180,"4"0"-1,3 0 1,-1 0 90,5 0 90,-5 0-180,6 0 1079,0 0-1169,6-6 90,1 0 180,17-18 0,3-3-180,18-17 89,-6 10-179,0-4 180,3-4-90,-2 0-180,0-3 90,-3 8 0,0 0 90,-8 8-90,8-2-90,0 1-180,3-3 270,-6 4-180,2 0-90,-16 4 90,5 10 90,-5-9 90,-1 11-270,-6 0 180,-6 0 0,4 6 0,-9-5-90,9 11 90,-10-11 0,5 11-180,-6-5-90,0 6-1124,0 0 0,0 6 0,0 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27:36.3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25 668 7533,'-6'0'0,"0"0"-90,6 0 0,0 0 90,-6 0 90,5 0 449,-5 0-179,6 0 90,0 0-90,6-6 90,7-7-181,7-7-89,-1 0 360,17-10-360,-13 9 270,25-22-450,-19 20-715,8-12 895,-11 15 0,11-12-91,-15 11-89,14-9 180,-16 10-270,6-6 180,10-5-180,5-7 0,-7 3-179,1-2 983,-9 6-714,-5 10 180,4-4-180,-7 7 0,-4 4 180,5-5-90,-6 6 0,-6 6 0,4-5-180,-9 11 90,3-5-90,-5 6-5037,0 0 4767,0 6-488,-5-5 0,-2 11 0,-6-5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31:25.6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370 192 7443,'-15'-71'3598,"0"15"-3508,8 35 90,-7 6-1,6 7-89,-26-5-90,14 12-269,-21-6 358,18 7-178,-1 13 89,4-3-90,5 11 0,-7 0 0,0 2 90,5 0 0,-3 5 0,12-5 0,-7 14 90,1 0-90,5-5 0,3-5 90,6-12-90,0 6 0,0 9 0,0 7 90,0-5-1,0 2-89,0-11 0,6 0 0,-4 5 90,12-11 0,-7 17-90,8-16 90,0 10 0,0-13 90,13 6-3572,-11-11 3482,18 3 0,-5-13 90,8 0-90,6-13-90,-13 3 180,3-11-90,-11-7 0,7-4 3392,0-18-3392,-8 10-90,0-2 90,-8-1 89,1-3-358,-6-13 269,-2 20-90,-7-2 0,-7-2-90,-8 9 90,-8-16-90,-14 27-90,-7 9 180,11 7-360,-7 7 180,23 0-90,-4 0-359,-1 0-1,12 0-1349,-9 7 90,17 14 1041,-5-3 0,7 23 0,0-10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31:25.6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340 193 6993,'0'-8'0,"0"1"0,0 1 360,0 4-90,0-11-1,0 12-179,-7-13 360,6 6-180,-6 0 90,7-5-180,-6 4-90,4 1 180,-4-5-1,-1 11 1,-1-10-90,-1 10-180,3-11 270,-14 11-270,15-5 90,-21 7 0,11 0-90,-1 0 90,-5 0-270,6 0 90,0 7 0,0-5 90,1 11-180,-1-5 270,0 13-90,0-4 0,7 4 0,-12 0 270,10 9-270,-4 1 180,1 12 0,11-12-180,-4-1 180,6 4-1,0-3-89,6 7 0,2-8 90,13 4-90,-4-16-90,4 3 360,7-1-270,-3-17 0,4 10-90,13-13 180,-10 0-180,13-7-90,-3-1 180,-11-13-90,6-2-90,-21 0 90,3 2-90,-10-1 90,-1 0 0,-2-14 0,-6 5 90,0 1-180,-6-11-90,-2 8-90,-7-18 270,0 13-180,7 9-90,-12 1 1,4 5-91,-7-6 270,1 12-540,15-3 1,-13 19-91,17-6 270,-17 7 450,18 0 0,-11 7 0,5 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31:25.6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319 163 7533,'-60'54'944,"0"-1"1,0 1-1,-24 21 1,30-9-766,62-29-179,14 8 180,1-14-90,-1-3 0,7-13 0,-13-7-90,12-2 270,-11-6-90,10 0 90,3 0-180,1 0 0,18-13 90,-16-3-1,10-21 91,-14 0-90,1-14-180,-7 18 90,-9-8 90,0 5-90,-13 3-180,6-9 0,-7 12 90,0 7 90,0-5-180,0 12 0,-7-12 180,-1 12-180,-13-19 90,-2 10 0,0-4-90,-5 8-90,12 12 180,-13-4-180,14 12 1,-14-13 179,13 13-270,-12-6-90,5 7 360,0 0-810,1 0 91,2 0 449,10 0-450,-10 7-89,19 8-1,-6 1 810,7 5 0,7 0 0,1 2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31:46.6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340 193 6993,'0'-8'0,"0"1"0,0 1 360,0 4-90,0-11-1,0 12-179,-7-13 360,6 6-180,-6 0 90,7-5-180,-6 4-90,4 1 180,-4-5-1,-1 11 1,-1-10-90,-1 10-180,3-11 270,-14 11-270,15-5 90,-21 7 0,11 0-90,-1 0 90,-5 0-270,6 0 90,0 7 0,0-5 90,1 11-180,-1-5 270,0 13-90,0-4 0,7 4 0,-12 0 270,10 9-270,-4 1 180,1 12 0,11-12-180,-4-1 180,6 4-1,0-3-89,6 7 0,2-8 90,13 4-90,-4-16-90,4 3 360,7-1-270,-3-17 0,4 10-90,13-13 180,-10 0-180,13-7-90,-3-1 180,-11-13-90,6-2-90,-21 0 90,3 2-90,-10-1 90,-1 0 0,-2-14 0,-6 5 90,0 1-180,-6-11-90,-2 8-90,-7-18 270,0 13-180,7 9-90,-12 1 1,4 5-91,-7-6 270,1 12-540,15-3 1,-13 19-91,17-6 270,-17 7 450,18 0 0,-11 7 0,5 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1T05:46:32.55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7053 3494 12300,'15'-19'0,"1"-26"-90,7 13 90,-5-2 0,0-1 0,12 4-90,-26 14 90,18 1-90,-13-1 90,7 1 0,0-1 0,1 1-90,14-16 90,-3 12 90,-4-3-144</inkml:trace>
  <inkml:trace contextRef="#ctx0" brushRef="#br0" timeOffset="-42751">7668 2896 11850,'14'-9'0,"10"-11"0,44-18 0,-46 19 90,46-12-90,-37 20 90,39-19-90,-34 27 0,27-27 0,-27 27 0,19-19 0,-46 20 0</inkml:trace>
  <inkml:trace contextRef="#ctx0" brushRef="#br0" timeOffset="-42750">8493 2573 12030,'38'-10'0,"39"-14"90,-33 15-180,5-6 90,6 6 0,-26 0 0,17 1-180,-5 1 180,-12 5 90,24-12-90,-26 12 0,-19 0 0</inkml:trace>
  <inkml:trace contextRef="#ctx0" brushRef="#br0" timeOffset="-42749">9318 2410 12030,'30'-11'0,"54"10"0,-47-7 0,26 1 0,-27 5 0,48-5 0,-42 7 0,57-7 0,-78 6 0</inkml:trace>
  <inkml:trace contextRef="#ctx0" brushRef="#br0" timeOffset="-42748">10142 2341 12120,'49'0'0,"-5"0"0,5-7 0,-8 5 0,-16-5 0,7 7 0,-7 0 0,8 0 0,0 0 0,0-8 0,-26 8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1T05:46:32.554"/>
    </inkml:context>
    <inkml:brush xml:id="br0">
      <inkml:brushProperty name="width" value="0.08571" units="cm"/>
      <inkml:brushProperty name="height" value="0.08571" units="cm"/>
      <inkml:brushProperty name="color" value="#00B0F0"/>
    </inkml:brush>
  </inkml:definitions>
  <inkml:trace contextRef="#ctx0" brushRef="#br0">7005 907 12480,'31'0'0,"4"0"0,-6 0 0,-12 0 0,-6 0 0,25 0 0,-30 0 90,30 0-90,-24 0 0,11 0 0,-6 0 0,0 0 0</inkml:trace>
  <inkml:trace contextRef="#ctx0" brushRef="#br0" timeOffset="-42745">7603 898 12657,'1'0'3,"16"-7"-3,6 7 0,-4 0 0,12 0 0,-20 0 0,18 0 0,-11 0 0,8 0 0,-9 0 0,5 0 0,-11 0 0,20 0 0,-5 0 0,7 0 0,-8 0 0,-1 0 90,0 0-90,-6 0 0,6 0 0,0 0-90,2 0 90,-10 0 0</inkml:trace>
  <inkml:trace contextRef="#ctx0" brushRef="#br0" timeOffset="-42744">8428 891 12750,'10'0'0,"7"0"90,20 0-90,-30 0 0,29 0 0,-27 0 0,8 0 0,0 0 0,-8 0 0,13 0 0,-11 0 0,12 0 0,-6 0 0,7-7 0,-6 5 0,6-5 0,-8 7 90,8 0-90,-13 0 0,19 0 0,-20 0 0,14 0 0,-7 0 0,0 0 0,-1 0 0,8 0 0,-15-7 0</inkml:trace>
  <inkml:trace contextRef="#ctx0" brushRef="#br0" timeOffset="-42743">9253 841 13020,'31'0'0,"-18"0"0,17 0 0,-21 0 0,30 0 0,-24 0 0,21-7 0,-27 5 90,14-5-90,-4 7 89,5 0-89,-7 0 0,-8 0 0,-1 0 0,6 0 0,-10 0 0,17 0 0,-19 0 0,13-7 0,-13 5 0,6-6 0,-8 8 0,7 0 0,-6 0 0,6 0 90,-7 0-90,0 0 0,8 0 0,-6 0 0,5 0 0,-7 0 0,8 0 0,-7 0 0,7 0-90,-8 0 90,0 0 0,7 0 0,-5 0 0,12 0 0,-12 0 0,13 0 0,-13 0 0,20 0 0,-19 0 0,19 0 0,-20 0 0,6 0 0</inkml:trace>
  <inkml:trace contextRef="#ctx0" brushRef="#br0" timeOffset="-42742">10077 808 13199,'8'0'0,"9"0"0,1 0 0,6 0 0,-7 0 0,-8 0 0,13 0 0,-18 0 0,25 0 0,-25 0 0,25 0 0,-25 0 0,25 0 0,-26 0 0,19 0 0,-13 0 0,8 0 90,0 0-90,-1 0 0,1 0 0,6 0 0,-12 0 0,11-7 0,-12 5 0,13-5 0,-4 7-90,12-7 90,-22 5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1T05:45:49.81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3550 7173,'4'0'270,"0"0"90,-4 0-91,4 3-179,-4-2 0,4 3 270,0-4-360,0 0 90,4 0 90,-3 0-90,2 0 90,-2 0-90,-1 0 180,7 0-180,-5 0 89,2 0 1,3 0-90,-6-4-90,7 3 270,-1-2-450,-1 3 360,5-4-270,-6 3 90,6-6 0,-6 6 0,7-2 75</inkml:trace>
  <inkml:trace contextRef="#ctx0" brushRef="#br0" timeOffset="1">520 3478 11300,'5'-2'100,"11"-1"-100,-7-2 0,3 0 0,-1-2 90,-5 6 0,4-2-90,-5 3 0,3-4 90,8 0-90,-6-1 90,12-2-90,-12 6 90,9-6-90,-10 6 90,7-7 0,-7 8-90,10-8 0,-9 4 180,9-1-180,-7-2 90,5 3-180,-5-1 180,4-2 0,-7 6 0,6-7-90,-6 4 90,6-4-180,-9 4 180,15-7-90,-13 9 0,11-9-90,-11 6 90,8-3 0,-7 4 0,10-7 0,-10 9 90,10-9-90,-9 7 0,-4 1 0</inkml:trace>
  <inkml:trace contextRef="#ctx0" brushRef="#br0" timeOffset="2">1344 3093 12642,'8'-4'-72,"11"-8"72,-10 8 0,7-4 0,-7 4 0,6-4 0,-6 0 0,7-1 0,-8 5 0,12-7 0,-11 9 0,10-9 0,-10 7-90,7-4 180,-4-4-180,5 3 180,-5-3-90,7 4 0,-9 0 0,16-7 0,-14 8 0,14-14 0,-16 18-180,9-15 180,-10 12-90,17-13 90,-11 9 0,12-9 0,-14 14 0,2-10 0,-6 10-90,14-14 90,-12 9-90,-8 8 90</inkml:trace>
  <inkml:trace contextRef="#ctx0" brushRef="#br0" timeOffset="3">2098 2522 12390,'3'-3'0,"16"-12"0,-10 6 0,10-10 0,-9 12 0,6-7 0,-12 9 0,3-3 0,-2 0 0,3 0 90,0 0-90,4-4 0,-3 7 90,6-13-90,-6 12 0,10-17 0,-9 17 0,13-16 0,-13 16 0,13-17 0,-14 13 90,14-12-90,-10 15 90,11-14-90,-10 14 90,12-15-90,-15 12 0,15-13 0,-9 9 0,1-2 0,0 1 0,2-2 0,-5 4 0,11-10 0,-16 13 0,9-9 0,-10 10 90,6-6-90,-2-1 0,6 1 0</inkml:trace>
  <inkml:trace contextRef="#ctx0" brushRef="#br0" timeOffset="4">2994 1706 13199,'17'-23'0,"-7"12"0,5-8 90,1 0-180,1 5 90,0-6 180,9-7-180,-15 16 180,12-16-180,-14 18 0,14-10 90,-13 10-90,17-14-90,-18 13 90,11-5 0,-11 6 90,2 1-270,-2 0 180,-1 3 0,-4-2 0,7-1 0,-5-1 0,9-3 0,-6 4 0,10-11 0,-9 8 0,16-15 0,-15 16-270,19-16 270,-16 15-89,17-19 268,-16 19-269,14-15 180,-18 20 0,-10 5-90</inkml:trace>
  <inkml:trace contextRef="#ctx0" brushRef="#br0" timeOffset="5">3758 1005 13596,'7'-7'53,"5"-6"37,5 1-90,13-15 90,-13 16-270,20-19 90,-23 20-90,17-13 90,-16 14 270,11-14-180,-16 13-359,12-13 359,-12 13 359,13-12-359,-13 12-449,12-17 449,-12 17 179,13-13-268,-13 14 178,16-10-268,-15 9 269,19-9-90,-16 6 0,6 4 0,-8-2 89,4 3-178,-7 3 89,14-13 0,-13 11 0,5-8 179,-3 3-179,-3 7 0,-6 2 0</inkml:trace>
  <inkml:trace contextRef="#ctx0" brushRef="#br0" timeOffset="6">4613 312 13020,'14'-9'0,"-12"3"-90,13-2 0,-3-6 90,-2 11-360,9-15 270,-7 12-90,1-9 360,3 9-270,-8-4-180,4 1 180,-4 0 180,4-3 90,-3 4-270,3 0-180,0-4 0,0 4 270,1-4 270,-1 4-360,-8 3 270,11-6-180,-13 9 90,16-8-90,-12 5-90,9-7 90,-2 7 90,-4-6-180,2 10-180,-3-6 270,-3 2-90,10-3 90,-13 4 0,12-3-90,-8 6 0,5-7 90,-6 7 0,2-2-89,-6 3 178,2 0-178,-3-4 89,4 3 89,-3-2-178,3 3 178,-4 0-89,3 0-89,-2-4 89,7 3 0,-7-2-90,6 3 90,-6 0-180,6 0-90,-6 0-450,2 0 271,-3-4 269,0 3-540,0-3 0,-3 11 1,-2 3-1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1T05:45:49.821"/>
    </inkml:context>
    <inkml:brush xml:id="br0">
      <inkml:brushProperty name="width" value="0.08571" units="cm"/>
      <inkml:brushProperty name="height" value="0.08571" units="cm"/>
      <inkml:brushProperty name="color" value="#00B0F0"/>
    </inkml:brush>
  </inkml:definitions>
  <inkml:trace contextRef="#ctx0" brushRef="#br0">1 3175 6543,'4'0'-360,"0"0"900,-4 0-450,3 0 90,-2 0 180,3 0-270,-1 0-90,-2 0 90,3 0 0,0-3 0,-3 3-23</inkml:trace>
  <inkml:trace contextRef="#ctx0" brushRef="#br0" timeOffset="1">359 3091 11544,'3'-1'-54,"-2"1"144,6-4-180,-6 4 270,7 0-180,-7 0 90,2-4-90,-3 3 0,0-3 0,4 4 0,-3 0 0,3 0 0,-1 0 0,-2 0 0,2 0 90,1 0-90,-3 0 90,3 0-90,-1-3 90,-2 2-90,3-2 0,-1 3 0,-2 0 0,3 0 0,-1 0 0,-2 0 90,7 0-90,-4-4 270,4 3-270,-3-2 90,6 3 0,-9 0 0,12-4-90,-8 3 180,12-6-90,-7 2-180,7-3 90,-8 4-90,1 0 90,-3 0 90,4 0-90,-3-1 90,7-2 0,-11 6-90,13-6 90,-12 2-90,13 1-90,-9-3 180,8 2-90,-8-3 89,9 3-89,-10-2 0,14 3 0,-12-4 0,8 3 0,-11 1-89,11-3 89,-8 5 0,15-9 0,-16 7 0,5-2 0</inkml:trace>
  <inkml:trace contextRef="#ctx0" brushRef="#br0" timeOffset="2">1074 2792 13469,'18'-11'0,"-5"2"0,2-3 0,-6 8 90,6-7-90,-6 6 0,10-11 0,-9 11 0,13-10 0,-13 13 0,5-12 0,-7 12 0,7-12 0,-5 8 180,13-9-180,-13 9 0,13-12 0,-13 12 0,16-13 0,-15 10 0,11-7 90,-13 7 0,3-6 0,-4 10 0,7-14-90,-4 17 0,15-20 0,-15 16 0,11-13 0,-12 10 0,1-3 0,-3 7 90,4-5-90,-3 4 270,7-9-270,-8 9 90,8-8-180,-7 8 90,6-5 90,-6 3-90,7-4-90,-7 3 90,3-7 0,-4 11 180,4-10-180,-4 14 90,8-14-90,-10 13 0</inkml:trace>
  <inkml:trace contextRef="#ctx0" brushRef="#br0" timeOffset="3">2041 1994 15333,'3'-4'25,"9"-15"-115,-3 9 180,6-12-180,-6 8 180,10-9-90,-9 9 0,17-15 0,-17 16 0,17-16 0,-18 19-90,7-6 90,-4 1 0,8-6 0,-10 3 0,12-4 0,-17 12-90,11-12 180,-7 11-90,6-15 0,-9 16 0,12-13 0,-12 13 0,13-16 0,-10 15 90,6-15-90,-5 16 0,1-9 0,-2 10 90,-1-10-90,0 9 0,3-13 0,-5 14 90,8-14-90,-8 13-90,13-16-90,-13 15 180,1 1-29</inkml:trace>
  <inkml:trace contextRef="#ctx0" brushRef="#br0" timeOffset="4">2741 978 14549,'15'-28'0,"-6"17"90,6-15-90,-9 16 90,8-9-90,-12 10 0,12-10 0,-8 6 0,9-11 0,-5 10 0,5-8 0,-6 12 0,6-12 0,-9 12 0,8-13 0,-8 13 179,9-16-179,-6 15 0,3-8-89,-4 4 178,7-2-178,-5-1 89,13-8 0,-13 15 0,5-8 0,-7 7 269,1 4-269,-1-4 0,11-7 0,-12 8 0,18-12-90,-18 14 90,8-6 0,-7 6 0,0-3 90,0 4-90,4-4 90,1 0-90,-4 2 0,1 0 0,-1 1 0,-4 0-90,13-6 90,-12 6 0,14-7 0,-12 11 0,4-6 0,-4 7 0,1-4 0,-1 0 0,4-1 0,-3 5 90,6-7-90,-6 9-90,10-12 90,-9 8-90,13-5 90</inkml:trace>
  <inkml:trace contextRef="#ctx0" brushRef="#br0" timeOffset="5">3723 100 15178,'25'-5'0,"-5"4"0,14-6 0,-16 6 90,12-6-90,-11 6 90,11-7 0,-11 8-90,15-8 0,-15 7 180,26-6-270,-24 6 180,17-2-90,-18-1 0,12 3 0,-9-3 0,-20 4 0</inkml:trace>
  <inkml:trace contextRef="#ctx0" brushRef="#br0" timeOffset="6">4482 14 15628,'28'-1'0,"-14"-3"0,16 4 0,-19 0 90,16 0-90,-18 0 0,7-4 0,-5 3-90,2-2 90,0 3 0,2 0 0,-2 0 0,-1 0 0,0 0-90,-4 0 90,0 0 0,1 0 0,-5 0 0,0 0 0,-4 0 90,3 0-90,-2 0 0,7 0 0,-7 0 90,6 0-90,-3 0 0,4 0 0,0 0 0,4 0 0,-3 0 0,3 0 0,-7 0-90,-2 0 90,-3 0 0,4 0 0,-3 0-90,2 0 0,1 0 90,0 0-90,5 0 90,2 0 0,-5 0-90,5 0 180,-7 0-90,1 0 0,-2 0 0,1 0 0,-3 0 180,3 0-180,-1 0 0,-2 0 0,3 0 0,-1 0 0,-2 0 0,6 0 0,-6 0 90,3 0-90,0 0 0,0 0 0,1 0-90,-2 0-7106,-3 0 6746,0 3 450,0-2 0,-7 10 0,-2-2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1T05:46:32.552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7101 974 13379,'24'-2'0,"35"-27"0,-2 18 0,-8-13 0,-7 15-90,-36 7 90</inkml:trace>
  <inkml:trace contextRef="#ctx0" brushRef="#br0" timeOffset="-42723">7662 796 13469,'31'-11'0,"11"2"0,14-8 0,-19 8 0,16-6 0,-32 14-90,24-14 90,-10 13 0,8-12 0,-11 12 0,0-13 0,-7 13 0,1-12 0,5 12 0,-7-9 0</inkml:trace>
  <inkml:trace contextRef="#ctx0" brushRef="#br0" timeOffset="-42722">8524 587 13204,'2'0'-5,"32"-2"5,-9-5 0,14 0 0,-19 5 0,33-5 0,-31-1 0,39-1 0,-39 0 0,24 1 0,-21 1 0,16 5 0,-7-5 0,22 0 0,-40 6-50</inkml:trace>
  <inkml:trace contextRef="#ctx0" brushRef="#br0" timeOffset="-42721">9349 454 13194,'2'0'5,"38"-15"-5,-5 13 0,-2-6 0,6 8 0,-19-7 0,33 5 0,-31-5 0,38 0 0,-37 5 0,38-13 0,-32 13 0,26-12 0,-28 12 0,3-3 0</inkml:trace>
  <inkml:trace contextRef="#ctx0" brushRef="#br0" timeOffset="-42720">10206 323 12930,'3'0'0,"30"-2"0,15-5 0,-5 0 0,22-3 0,-21 1 0,11 2 0,-13 7 0,8-7 0,-1 5 0,-18-5 0</inkml:trace>
  <inkml:trace contextRef="#ctx0" brushRef="#br0" timeOffset="-42719">10998 228 12930,'28'-4'0,"12"2"0,-13-5 0,3 7 0,11 0 0,-5 0 0,19-7 0,-27 5 0,25-5 0,-31 7 0,38 0 0,-31-7 0,19 5 0,-22-5 0,-20 6 0</inkml:trace>
  <inkml:trace contextRef="#ctx0" brushRef="#br0" timeOffset="-42718">11856 157 12930,'24'0'0,"14"-8"0,47 8 0,-45-7 0,45 5 0,-39-5 0,18 7 0,-29-8-90,18 7 90,-27-6 0</inkml:trace>
  <inkml:trace contextRef="#ctx0" brushRef="#br0" timeOffset="-42717">12680 100 12750,'5'0'0,"33"0"0,-27 0 0,26 0 0,-24 0 90,25 0-90,-19 0 0,12-7 0,-6 5 0,16-5 0,-14 7-90,19 0 90,-18 0 0,12 0 90,-7 0-90,-2 0 0</inkml:trace>
  <inkml:trace contextRef="#ctx0" brushRef="#br0" timeOffset="-42716">13472 66 12660,'3'0'0,"39"0"0,6 0 0,-21 0 0,19 0 0,-26 0 0,11 0 0,-14 0 90,14 0-90,-18 0 0,16 0 0,-20 0 0,15 0 0,-13 0 0,26 0 0,-32-7-90,32 5 90,-26-5 180,27 7-180,-21 0 54</inkml:trace>
  <inkml:trace contextRef="#ctx0" brushRef="#br0" timeOffset="-42715">14297 34 13099,'36'0'-79,"11"-8"79,-18 7 0,25-7 0,-20 8 0,9 0 0,-10 0 0,19 0 0,-28 0 0,30 0 0,-29 0 0,8 0 0,0 0 0,-1 0 0</inkml:trace>
  <inkml:trace contextRef="#ctx0" brushRef="#br0" timeOffset="-42714">15154 17 13263,'10'0'-64,"-8"0"64,13 0 90,1 0 0,3 0-90,5 0 0,-8 0 0,8-7 0,-6 5 0,14-5 0,-21 7-90,11 0 90,-14 0 0,9 0 0,-1 0 0,1 0 0,-1 0 0,1 0 0,-1 0 0,1 0 0,-8 0 0,5 0-90,-12 0 180,13 0-90,-13 0 0,6 0 0,-8 0 0,7 0 0,-5 0 0,5 0 0,-7 0-719,0 0 719,7 0 0,-5 0 0,5 0-90,-7 0-4947,0 0 4677,-7 0 360,-2 0 0,-7 0 0,-1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78 7533,'0'-14'-1439,"0"3"2158,0 11-359,0-12 449,0 9-539,0-9 90,0 12-270,0-11 180,0 8 0,0-8-90,0 11 989,0 0-899,0 11 269,0 4-359,12 10 0,-9 1 270,9 0-270,-12-1 0,0 1 0,0 11 269,0 26-269,0-5-180,0 16 450,0 23-540,0-23 90,-12 27 90,9-38-90,-9-11 0,12-1 180,0 1-180,0-1-3392,0 1 3482,0-1 0,-12 24 0,10-18-90,-10 29 90,12-32-180,-12 9 180,9-11 0,-9 11-90,12 14 0,0-8 90,0 16-90,0-7 90,0-9-180,0 5 90,0-22 90,0 0 3302,0 10-3392,-10 16 90,7-9-90,-8-7 0,11-13 0,0-20 0,0 31 90,0-6-90,0 0 89,0 18-178,0-29 89,0 32 0,0-32-90,0 17 180,0-32-90,0 9 0,0 12 0,0-6 0,0 8 269,0-13-269,0-12 0,0 11 90,0 15-90,0 2 90,0-2-90,0 8 90,0-28-180,0 16 90,0-11 90,0-9-90,0 22 0,0-22 0,0 32 0,-12-17 90,10 9-90,-10 8 90,12-29-90,0 29 0,0-8 0,0 3 0,0-4 0,0-2 0,0-21 90,0 20-90,0-7 0,0-2 0,0 11 0,0-22 0,0 10 0,0-2 90,0-6-3482,0 30 3482,0-17-90,0 9 90,0 41 0,0-52-90,0 64 0,0-73 180,0 40-90,0-18-180,0 23 90,0-22 90,0 5 0,0-32-90,0 21 3482,0 3-3482,0 2 0,0 9 90,0-23-90,0 9 0,0-21 0,-12 21 90,9 2-90,-8 4 0,11-3 0,0 8 0,0-17 89,0 20-89,0-24 0,0 10 0,0-20 0,0 20 90,0 2-90,0-8 0,0 17 0,0-8 90,0 3 0,0-4-90,0 9 0,0-29 90,0 30-90,0-33 0,0 9-90,0 12 90,0 5 0,0 23 0,0-11 0,0 9 90,0-32-180,0 6 90,0-23 0,0 0 0,0 11 0,0-9 0,0 21 90,0 3-90,0-9-90,0 17 90,0-21 90,0 2-180,0 19 90,0-28 0,11 28 0,-8-32 0,9 33 0,-12-30 0,0 17 0,0-11 0,0-8 0,0 20 0,0-21 0,0 21 0,0-21 0,0 10 0,0 33-3392,0-33 3392,12 33-292,-10-33 292,10-9 0,-12 19 0,0 3 0,0-8 0,0 17 0,0-31-90,0 8 90,0-11 0,0 23 0,0-30 3247,0 28-3247,0-33-90,0 12 527,0 0-437,0-1 0,0 1-90,0 23 90,0-18 0,0 18 0,0-12 180,0-20-180,0 18 180,11-10-180,-8 4 0,7 19 90,-10-30 0,0 27-90,0-28 180,0 9-90,0 9-90,0-6 0,0 11 180,0 20-180,0-40 0,0 26 0,0-20 90,12 2-180,-9 9 90,9-23 0,-12 9 0,0-8 0,0 11 0,0-1 0,0-10 0,0 8 0,0-9 0,0 0 0,0 9 0,0-9 0,0 12 0,0-12-180,0 10 180,0-10 0,0 12-90,0-12 90,0 9 0,0-9-270,0 12 90,0-12 90,0-3 0,0-11-3058,0 0 2698,12-11-1528,-10-3 808,22-23 541,-21-3 629,19-12 0,-7-11 0,10-2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25 157 7533,'-14'-14'-810,"3"3"270,11 11 540,0-11 180,0 8-90,0-21 360,11 21-180,-8-9-90,8 12-90,-11 0 3058,0 0-2968,0 12 0,0-9 269,11 9-269,15-12 0,3 0 0,-3 0-90,-2 0 90,-10 0 0,12 0-90,0 0 90,0 0-90,11 0 90,-7 0-180,7 12 0,-11-10 90,12 10 89,-10-12-268,10 0 89,0 0 89,1 0 1,2 0-180,-3 0 180,-1 0 0,15 0 0,-9 0-90,17 0 90,-30 0 90,18 0-90,-19 0-90,20 0-90,-8 0 0,0 0 180,-4 0 0,1 0-180,-9-11 90,43 8 0,-38-9 0,39 12 0,-46 0 0,23 0 90,-10 0-90,1 0 0,7 0 0,-18 0 0,19 0 0,-9 0 0,13 0 0,-14 0 0,11 0 0,-22 0 0,22 0 0,-21 0 0,20 0 0,-20 0 90,31 0-90,-17 0 0,21 0 90,-25 0-90,11 0 0,25 0 0,-14 0 0,25 0 180,-33 0 0,-2 0-180,2 0 180,21 0-180,-16 0 0,17 0 0,23 0 90,-23 0-90,50 0 0,-57 0 90,8 0-270,-25 0 90,2 0 90,10 0-90,-8 0 90,9 0 0,-13 0 0,13 0 180,-9 0-180,8 0 0,0-12 0,-8 9 90,8-9-90,25 12-90,-28 0 90,27 0 90,-36 0-270,2 0 0,21-11 180,-15 8 0,38-8 0,-39 0 0,6 8 90,-16-8 90,-7 11-270,-1 0 90,9 0 90,26 0-90,-14 0 0,15 0 0,-28 0 90,-7 0-270,-2 0 90,34 0 90,-39 0 0,38 0-90,-42 0 270,76 0-90,-40 0-90,47 0 0,-61 0 90,-2 0-90,-11 0 90,14 0-180,10 0 180,-8 0-90,9 0-90,21 0 90,-23 0 90,47 0-90,-51 0 0,18 0 0,-25 0 179,13 0 1,13 0-180,-8 0 90,29 0-90,-28 0 0,8 0 0,21 0-90,-39 0 90,38 0 90,-9 0-270,-17 0 180,15 0 0,-1 0 0,-24 0 0,23 0 0,-32 0 90,10-12-90,-8 8 0,9-8 90,-13 12-90,1 0 0,12 0 0,-10 0 0,33 0 0,-30 0 0,19 0 0,-25 0 0,2 0 0,-2 0 0,2 0 0,10 0-90,-20 0 180,18 0-90,-32 0 0,32 0 0,-6 0 0,10 0 90,-13 0-90,-2 0 0,-22 0 0,22 0 180,-10 0-180,1 0 0,19 0 90,-17 0-90,9 0 0,-3 0 0,-21 0 0,11 0 90,-2 0-180,4 0 90,0 0 0,-5 0 0,14 0 0,-19 0 0,19 0-90,-2 0 90,-16 0 0,28 0-90,-31 0 90,21 0 0,-22 0 180,10 0-180,-1 0 0,-8 0 0,20 0 180,-20 0-180,55 12 0,-36-8 0,28 8 0,-28-12-90,-7 0 90,0 0 0,8 0 0,-8 0 0,-2 0 0,11 0-90,-10 0 90,36 0 0,-20 0 180,43 0-180,-42 0 0,18 0 180,-22 0-180,10 11 0,-8-8 0,66 8 90,-54-11-545,42 0 455,-56 0 0,10 0 0,-8 0-90,9 0 90,-13 0 0,12 0 0,-8 0-90,8 0 0,1 0 90,-9 0 180,20 0 275,14 0-455,-16 0 180,24 0-180,-30 0 90,34 0-90,-17 0 0,5 0 0,9 0 90,-26 0-90,53 11-90,-54-8 90,17 8 90,-37-11-90,36 0 0,-27 0 90,28 0 0,-3 0 0,-23 0-90,35 0 90,-42 0-1,20 0-89,-8 0 90,-1 0 0,33 0 0,-39 0-90,38 0 90,-21 0-90,-7 0 90,5 0-90,-23 0 90,0 0-180,-1 0 90,2 0 90,-2 0-90,2-11 0,-2 8 90,1-8-90,0 11 180,-1 0-180,2 0 90,22 0 90,-17 0 0,52 0 0,-38 0-180,17 0-90,-37 0 90,-14 0 90,-13 0-90,25 0 0,-19 0 90,19 0-270,-37 0 180,23 0 0,-19 0-90,21 0 90,-13 0 0,1 0-270,-11 0 90,7 0 0,-19 0-270,9 0 181,-12 0-1351,0 0 1,-12 11 0,-3 3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30 7533,'8'0'1979,"-1"0"-1260,-7 0 990,0 0-1349,7 0 90,7 0-180,3 0-91,4 0-268,1 6 89,-6-4 0,5 4 179,1-6-898,7 0-361,9 0 901,-7-6-2790,10-2 2519,-29 0-629,14 1 90,-18 0 989,0 6 0,-2-6 0,-6 7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8:41:12.1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75 0 7533,'-15'7'3508,"6"1"-3328,3 6 719,6 14-539,0-10 180,0 17-1,0-12-179,0 0 0,-6 4 269,4 3-449,-11 1 900,5 38-990,-1-38 90,2 24 0,7-47-360,0 5 360,0-11-540,7 4 270,8-6-630,1 0 360,12 0-719,2-6 539,-5 4 181,3-11-811,-1 5 630,-9-1-1258,17 3 1168,-25 6 180,3-7-629,-6 6 539,-6-6 540,5 7 0,-6-7 0,0-1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12.6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67 7533,'-6'-7'1979,"1"2"-900,5 5 2159,0 0-2159,10 0-719,2 0-270,10 0 270,10-4-3572,-8 2 2492,8-3 295,-10 1 425,-4 2-90,2-2-1259,-7-1 539,3 3 450,-5-3-89,0 0-1350,0 4 4034,-5-4-2864,-1 5-308,-5 0 644,0 0 1,0-4 0,0-3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12.9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7533,'1'68'2457,"-1"0"1,0 0-1,4 23 1,-4-20-2484,-5-49 26,5-8-1439,0-7 629,0-1 451,0-1-1,5-5-1349,-4 0 180,14 0-180,-8 0 809,9 0 360,-4 0-449,4 0 989,-4 0 0,4-5 0,-6-2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13.6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134 23 7533,'0'-6'1169,"0"0"-809,0 6-90,0-4 179,0 2-89,0-2-180,0 4 90,-5 0-90,4 0 0,-5 0-90,1 0 90,4 0-1,-9 0 1,4 0 0,-5 0 0,0 0 0,0 4 0,0-2-90,5 2 270,-4 2-630,9 0 270,-9 0 90,9 9-180,-4-8 0,5 4 0,5 4 90,-4-8-180,9 9 270,-4-5-180,0 0 90,9 5 270,-7 1-90,2 1 0,-4-3 90,-2-3-91,-3-2 91,4 2-180,-5-2 0,-5 2 90,-1-1 0,-5 0-90,0-5-630,-10 4 630,8-9-1259,-3 4 539,6-5 270,9 0-1708,-4 0 898,5-5 541,0-1-451,0 0 232,5-4 0,1-1 0,5-6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14.1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22 9602,'0'11'1259,"0"0"-720,0 0 181,6 10-540,-5-7 180,9 7 90,-9-1-271,9-1 1,-4-2 0,5-2-270,0-9 90,0 0-360,-5-1 181,4-5 89,-4 0-450,5-5 270,0-1 90,-5-5-360,4 0 181,-4-6 269,1 10-90,2-3 90,-8 10 450,4 0-270,-5 0 0,5 0 449,1 0-269,0 5 0,4-3 360,-4 8-361,0-4-89,4 0 270,1 3-270,2-7 0,-2 3-90,-1-5 90,-4 0 0,5-5-360,0-1 180,-5-5-90,4-1 180,-9 6 90,9-4-90,-9 4-90,4-4 179,-5 4 1,0-4 90,0 4-180,0-1-270,0-8 90,-5 13-90,4-13-359,-4 14 179,0-9 270,4 9-2069,-9-9 900,9 9 539,-9-4 720,9 0 0,-9-1 0,4-5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16.6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28 100 7533,'-12'-17'809,"9"2"-539,-9 5-90,12 3 0,0 0 270,0 5-91,0-13-179,0 13 450,0-6-270,0 8 0,0 0-181,12 0 1,-9 0 0,21 8 0,-10 8 540,13 11-271,-1 5-89,2 8 0,-3-5 90,2 5 179,22 15-89,7-9-270,12 3 90,9-12-180,-10-17 90,12 3-91,0-14 181,1-1-180,11-8 0,4 0-360,-3 0 270,12 0-90,-10-8 180,11-1-540,-11-7 180,10-1 180,-23-7-629,11 5 359,-12-3 180,-1-2-90,1 5-90,11-12 0,-9 6 90,9-1-90,-12-5 91,12 12-1,-9-3 90,10 5 180,-13 0-180,1 1 0,0 6 0,-14 3 270,11 7-90,-9 0 0,-1 0 359,9 7-179,-20 3-180,9 13 90,-12-5 180,-12 6-90,-2 0 809,9 9-269,-15 1-181,18 0-269,-36-10 180,8-8-630,-9-6 270,0-3-90,-1-7-180,-13 0 270,11 0-90,4 0-90,12 0-450,22-7 90,19-17-899,49-10 809,42-9 90,41 2 180,-9 23-167,4 3 347,-49 15-89,10 0-91,-9 0 270,11 0-90,73 15 179,-9-4-44,-88-3 0,-2 1 135,56 5-90,-48-13 0,-48 8 0,-26-9 0,12 0-180,-35 0 270,42 0-270,-49 0 90,26 0 0,-36 0 256,-11-9-256,8 8 0,-20-6-90,9 0-270,-12 4 1,0-11-811,0 5 540,0-8 181,0 2 179,0-2-3238,0-7 2608,0 5-1259,0-3 900,0 5 539,0 8 630,-12-6 0,-2 6 0,-12-8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17.4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7533,'0'96'8545,"0"-4"-7826,0-20-809,0-6-5390,0-20 5210,0-14 1610,0-12-1340,0-7 1049,0 3-2398,0-5 539,5-5-2158,1 4 3992,5-14-2643,0 3 808,-5-10 811,4-5 0,-9-1 0,4-6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17.7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62 122 7533,'-12'-5'0,"1"-1"0,0-5 629,0 5-449,5-4 2339,-4 4-450,9 0-1530,1-4-179,11 9-450,16-14-90,3 13 180,38-11 0,5 1 0,-24 8 0,13-3 0,0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17.9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67 10861,'11'0'1979,"5"0"-1620,-4-5 1,9 4 0,6-14-630,3 8 270,12-10-2338,-7 11 718,3-3 1620,-15 7 0,-2-2 0,-10 4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24.9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78 7443,'-6'0'1079,"1"0"1170,5 0-1620,5 0-449,0-5 180,7 4 270,8-4-360,-6 0 179,11 4-269,-7-4 0,4 0-180,-5 4 0,4-9 180,-4 8-450,5-3 270,0 1 0,-5 2 180,4-2-809,-8-1 269,13 4-450,-8-4 360,4 0 181,-6 3 179,-10-3-720,4 5 540,-4 0-179,0 0 89,4 0 0,-9 0 0,4 0 180,0 0 0,-4 0 0,4 0-360,-5 0 1,-10 5-1,-2 2 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25.3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1 7173,'0'6'1529,"0"9"-1259,0-8 0,0 9-90,0 0 359,0 1-179,0 5 0,0 5-180,-5 1 180,4 5-91,-3-4 1,4 3 90,0-9 0,0 9-180,0-9 180,0 14-181,0-12 1,0 6-180,0-13 0,0 2 180,0-7 0,0 3-450,0-5 180,0-5 0,0-1 90,0 0-269,0-4 179,0 4 0,0-5-720,0 0 630,0-5-719,0 4 359,0-9 270,0 4-90,0 0 91,0-4 179,0 4-360,0-1-360,0-2 810,0 2 0,0-8 0,0-2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26.0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22 7533,'0'-6'-180,"0"1"360,0 5-180,4-5 180,-3 4-1,4-4 91,-5 5 180,0 0-450,0 5 630,0 1-450,0 10 0,5-4 359,-4 9-179,4-4 90,-5 5-360,0 1 359,0 3 181,0 12-450,0-7 360,0 11-181,-5-19 1,4 4 90,-4 0-90,5-4-270,0 0 90,0-8 0,0-9-360,0 4 270,0-8-90,0 3 179,0-5-808,0 0 359,5 0 90,1-5 90,10 3 90,2-3 0,4 0-90,5-1 630,1 0-3752,5 2 3392,1-1-998,-2 4 998,7-4 19,-10 0-199,7 3 180,-12-3-91,3 5 91,-10 0-90,4 0-360,-9 0 270,4 0-89,-10 0-721,4 0 3223,-8 0-2593,3 0 1564,-5 0-4533,0 0 2464,-5 0 416,-2 5-991,-4-3 1260,5 3 0,-8 0 0,1 1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28.0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7982,'12'0'900,"8"6"-360,-8 11 89,-1 15-449,-1 1 90,-10 3 0,9-11-90,-6-1 90,17 11-91,-9-12 1,11 10 90,18-13-90,5 4-270,10-4 90,-2-2 90,-9-12 90,-2 0-450,2-6 270,-1 6-90,-1-5 0,1 4 90,30-10-270,6-7-89,57-7 179,16-7-114,-55 14 0,0 0 205,60-8 268,9 8-89,10 7 180,-32 5-180,33 0 90,-60 5 0,-9 2-277,19 12 187,-25-6 180,13 4-90,-39-3-90,-11-2 90,-12 6 359,18 0 495,-1 18-854,6-4 190,-32 0-10,-15-14-270,-28-7 180,10-5-91,-11 2 1,0-4 630,0-4-990,9 0-540,21-4 361,34-15 269,16 4-540,25-8-1230,-6 11 1680,8 0-90,10 5 360,12-4-180,-8 10-90,16-4 270,40 5-2925,-43 0 3015,51 5-90,-76 2-65,18-1 65,-27 5-90,25-4 90,-15 5-830,19 1 740,0-1 450,0-5-180,0 4 0,0-5-270,-11 8 923,1-8-833,-12 0 0,-8-2 2895,25-2-2805,-12 4-180,-12-6 90,-18 0 0,-30-6 0,-16 6 3,14-12-3,-25 6-360,43-13 180,-27 6 1691,21-5-1960,-21 5 165,3 1 15,1 0 179,16 0-360,-15-2-90,26-2 0,-15 2 360,8 2-90,-23 0 1,-10 10-181,-11-8 180,1 8-450,-1-2 270,1 4 91,0-6-1,-1 4-360,0-4-269,0 6-1,11-5 181,2 4-451,-10-5 1170,5 6 0,-19-5 0,12-1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36.2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0 14099,'6'0'809,"4"0"-629,1 0 0,6 5 0,10 1 0,6 5-450,-3-5 270,-4 0 90,-4-2-270,-11 2 180,11 0-90,-10 4 90,-1-8 90,-1 8-180,-9-9 270,3 4 90,-4-5 630,0 0-721,0 4 1,0-2 0,0 2 0,0 1 180,-9 2-360,-4 9 90,-13 1-270,-3 5-3302,1 0 3302,1 0-360,-5 5 271,8 1-541,-8 1 360,20-7 91,-3-7-361,14-3 0,-9-1 361,9 0 2581,-4-5-3391,5-1-1799,0-5 2968,5 0 0,1-5 0,5-1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46.9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165 70 9062,'-6'5'809,"-8"1"-539,1 10-90,1-4-90,-3 9 270,4-4-90,-6 6-90,5-6-1,-3-1-268,9-5 268,0 0-358,-4-5 89,9-1 90,-4-1 90,5-2-270,-5 2 90,4-4 0,-4 0 90,5 0-450,0 0 270,5-9 90,6-8 90,1-7-90,9-2 90,-9 3 0,4 6 0,-5-4-90,0 9 90,0-4 90,1 0-3482,-6 4 3302,3-4 270,-7 10-180,7 1 90,-8 0-90,10 4 0,-10-4 180,4 5 3212,-5 0-3392,0 0 270,4 0-270,3 5 360,4 1-180,0 5-1,-5-5 1,4 4 90,1-4-180,1 5 180,9 10-90,-4-3 0,5 9 90,0-10-360,0 4 90,-5-8-270,-6-2 180,-6-6-90,0 0 270,-4-4-540,4 4 270,-5-5-1057,0 0 0,0-5 1,0-1-1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19:07:11.8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33 7533,'0'-11'1169,"0"5"-899,0 2 1079,0-2-629,0 5-181,0-4 91,0 5 629,0 0-1079,0 5 0,0 6 0,5 7 630,-4 3-361,4 2-179,0 3 90,-3 3-90,3-1 0,-5 4-540,0-9 270,0 4 0,0-5 180,0 0-540,0-5 360,0 4 90,5-9-90,-4 5-1439,4-6 629,-5 0 450,0 0 1,0-5-1530,0 4 809,0-9 541,5 4 539,-4 0 0,3-4 0,-4 4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23:31:43.02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8526 6993,'9'0'-360,"-2"-7"270,-7 5 180,0-5-90,0 7 90,0 0 180,7-7-180,-5 5 180,13-6-180,-13 1 90,20-2 0,-3-8-270,13 1 180,-6-1-90,5 1 0,-12 7 269,26-28-89,-23 22-90,9-23 0,-16 21 270,23-29-270,-14 15 90,37-31-180,-41 35 180,19-12-270,-21 21 180,13-20-90,-20 17 180,18-17-180,-25 12 180,25-14-91,-25 12 181,33-25-180,-24 24 0,32-34 0,-24 27-180,24-26 180,-24 32 0,17-30-90,-27 38 0,11-17 90,-20 23 90,12-16-180,-12 20 90,12-25-180,-4 34 180,14-41-90,-6 29-180,6-24 180,-15 23 0,13-23 0,-11 17 90,13-24-90,-15 28 180,6-13-180,-13 13 90,12-14-90,-5 14-90,8-13 180,-1 13-90,-6-6-90,4 15 90,-12-6 0,20-9 0,-19 4 90,34-26-90,-2 4 0,-6 5 0,8-1 0,-28 29 0,1-6 0,11-1 90,-9-10-90,18-7 0,-11 7 0,-3 2 90,13-14-180,-16 16 180,26-24-180,-28 35 90,26-25 0,-31 30 0,30-38 0,-32 39 0,25-47 0,-18 45 0,20-44 0,-20 38-90,18-26 0,-10 21 90,6-6 0,-1 15 0,-1-21 0,-4 25 0,-3-17 0,-1 15 0,9-10 0,-11 6 0,24-18 0,-26 25 90,20-25-90,-6 18-90,2-5 90,-4 8 0,1 1 90,9-9-90,2 4 0,5-10 0,-14 20 0,5-5 0,-13 0 0,6 5 0,22-13 90,-22 6-90,21 0 0,-13-6 90,17 6-90,-3 0 0,16-5 0,-20 4 0,15-6 0,-20 7 90,30-6-90,-43 13 90,51-12-90,-44 5 0,47-8 0,-40 8 90,24-6-90,-12 13 0,30-13 0,-30 6 0,25 0 0,-47 2 0,49-8 0,-42 12 0,40-12 0,-11 0 0,-14 11 0,19-10 89,-29 6-89,-5 7 90,20-7-90,-25 1 0,52-2 90,-55 0-90,56-6 0,-62 13 0,62-12 0,-48 12 90,17-9 0,2 0-90,-12 7 0,28-11 90,-37 15-90,44-15 90,-33 12-90,13-12 0,0 1 0,-15 10 0,42-18 0,-54 13 0,44-7 90,-26-1-90,25 0 0,-23 1 90,34-8-90,-47 6 0,53-6 0,-54 7 0,14 1 90,5-8-90,-26 13 0,17-11 0,-28 13 0,6-8 0,-7 8 180,6-6-180,25-8 90,-9 3-180,30-19 180,-32 21-180,18-13 90,-28 12 0,34-26 0,-37 30 90,36-36-90,-40 31 0,26-21 0,-18 8 0,19-15 0,-19 19 0,10-24 0,-20 33 0,21-33 0,-19 31 0,11-17 0,-14 23 0,21-30 0,-15 22 0,15-22 0,-14 23 0,9-18 0,-6 12-90,19-32 90,-26 39 0,11-23-90,-15 19 90,16-15 90,-19 14-90,24-19 0,-27 26 0,22-33 0,-14 38 0,6-36 0,-16 38 0,22-33 0,-25 26 0,32-33 0,-33 31 0,18-16 0,-20 21 0,20-14 0,-11 4 0,13-14 0,-8 15 0,7-27-90,-4 29 90,-3-21-90,7 13 90,-5-2 0,0-1 0,12 4-90,-26 14 90,18 1-90,-13-1 90,7 1 0,0-1 0,1 1-90,14-16 90,-3 12 90,12-18-180,-14 20 90,-2-6 0,7 0 0,-11 6 0,11-6 0,0 7 0,18-14-90,-10 11 90,36-26 0,-51 26 0,44-18 0,-46 19 90,46-12-90,-37 20 90,39-19-90,-34 27 0,27-27 0,-27 27 0,19-19 0,-20 13 0,34-15 0,-35 6 0,48-6 0,-51 15 0,53-13 0,-43 11 0,36-13 90,-33 15-180,5-6 90,6 6 0,-26 0 0,17 1-180,-5 1 180,-12 5 90,24-12-90,-26 12 0,43-13 0,-30 13 90,45-12-90,-47 4 0,54 1 0,-50-6 0,42 14 0,-47-7 0,26 1 0,-27 5 0,48-5 0,-42 7 0,57-7 0,-58 5 0,35-6 0,-31 1 0,48 5 0,-41-5 90,39 7-90,-47 0 0,5-7 0,-8 5 0,-16-5 0,7 7 0,-7 0 0,8 0 0,0 0 0,0-8 0,-26 8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23:31:43.016"/>
    </inkml:context>
    <inkml:brush xml:id="br0">
      <inkml:brushProperty name="width" value="0.08571" units="cm"/>
      <inkml:brushProperty name="height" value="0.08571" units="cm"/>
      <inkml:brushProperty name="color" value="#00B0F0"/>
    </inkml:brush>
  </inkml:definitions>
  <inkml:trace contextRef="#ctx0" brushRef="#br0">51 5740 7533,'-10'0'-720,"-5"0"360,14 0 90,-7 0 540,1-7-90,5 5-180,-6-5 90,8 7 1889,0 0-1889,8 0-90,-6 0 180,13 0-180,-6 0 90,0 0 90,13 0-180,-11 0 270,42-7-180,-21 5 89,51-13-89,-42 6 0,51 0 0,-59 2 0,64-1-90,-62 6 90,49-13 90,-40 14-135,13-13 0,1-2 45,-1 4-90,12-4 0,-2 0 90,-25 7-45,8 1 0,-1 1 45,-16 5-90,56-5 0,-55 7 0,64-7 0,-55-2-115,48-8 205,-53 1 90,54-1-90,-50 1-45,8 7 0,-1 1 45,-8-1-1,43-6-178,-45 6 178,37-7-89,-37 7 90,45-13-90,-43 18 0,29-18 90,-36 13 0,14-8 0,-13 1 0,12 0 0,-19-1-90,10 1 90,-27 6 205,18-12-205,-25 18 0,40-40-90,-29 22 0,16-11 0,-16 11 90,1-1-90,3 3 270,5-19-360,-8 6 180,0-9-180,1 7 90,-8 4 90,6 7-180,1-9 90,-5 6 0,18-34 90,-25 38-90,18-24 90,-20 24 179,13-10-269,-13 6 180,5-19-360,-7 26 270,14-48-90,-10 42 90,10-42-90,-6 48-180,1-41 180,1 38 0,4-31 0,-12 36 0,5-28 0,0 17 0,-5-33 0,13 25-269,-6-25 269,0 25 0,5-32 0,-4 37-90,-1-20 90,-1 26 0,-1-7 0,-5 7 0,6-13 0,-2 19 0,-4-25 0,5 24 0,1-39 0,-7 43 90,14-34-90,-13 40 0,6-28 0,-8 27 0,7-25 0,-5 26 90,6-20 0,-8 12-90,7-4 0,-6 14 0,6-21 0,-7 17 0,8-18 0,-6 15 0,5 7 0,-7-6 0,0 6 0,0-1 0,0-4 0,8 5 0,-7 0 0,7-13 89,-8 11-89,7-20 0,-5 20 0,5-19 0,0 19 0,-5-20 0,5 13 0,1-14 0,-6 14 0,13-13 0,-13 13 0,5-14 0,-7 14 0,7-13 0,-5 13 0,12-21 0,-12 26 0,6-31 0,-8 39 0,7-25 0,-5 22 0,5-9 0,-7 8 0,0-6 0,0 13-89,0-12 89,0 12 0,0-13 0,0 13 0,0-5 0,0 7 0,7-8 0,-5 7-90,5-7 90,-7 8-270,0 0 180,0-7 180,0 5-90,0-5 0,0 7-180,0 0 180,0-7 0,0 5 0,0-6 0,0 8 0,7 0 0,-5 0 90,6-7-90,-8 5 0,0-5 180,7 0-180,-5-3 90,13-6-270,-13 7 270,12-6-180,-12 13 90,5-12 0,1 5 90,1-8-90,0 8 90,-1-5-90,-1 12-90,-6-13 90,14 13-90,-13-13 90,13 6 0,-13 0 0,5 2 0,1-1 90,-7 7-90,14-14 0,-13 6 90,12-8-90,-12 1 0,13-1 90,-13 8 0,13-6-180,-13 13 90,12-20 0,-12 19 0,20-26 0,-19 25 0,19-18 0,-13 13 0,8-15 0,0 13 0,-1-18 0,1 18 0,-1-14-90,-7 9 90,6 7 0,-14-6-90,14 14 180,-13-14-180,13 6 180,-6 0-90,7-6 0,-7 13 90,6-12-90,-13 4 0,13-6 0,-13 6 0,12-4 0,-12 12 0,12-13 90,-12 14-90,5-14 0,-7 13 0,15-12 0,-11 12 0,11-13-90,-8 13 0,2-13 90,0 6 0,6 0 0,-5-6 0,6 6 0,-7 0 0,5-5 0,-12 12 0,20-13 0,-18 13-90,25-13 90,-25 13 0,18-12 0,-13 12 0,8-13 0,-1 6 0,-6 0 0,4 2 0,-12-1 0,12 7 0,-5-7 0,8 1 0,-7 5 0,12-13 0,-11 6 0,19-7 0,-11 7 0,5-6 0,-8 13 0,8-20 0,-6 19 0,6-19 0,-7 20 0,6-13-90,-4 13 90,4-12 0,-13 12 0,12-13 0,-11 13 0,13-13 0,-8 14 0,0-14 0,1 13 0,0-12 0,6 12 0,-4-13 0,-3 13 0,-1-5 0,-6 7 0,15-7 0,-6 5 0,14-13 0,-14 6 0,13-8 0,-12 8 0,11-5 0,-11 12 0,19-13 0,-18 6-90,19 0 90,-21 2 0,28-1 0,-24-1 0,16 0-90,-21 1 90,14 1-90,-11-2 180,18 0-90,-19 2 0,5 7 0,-8-8 0,8 6 0,-6-5 0,14 0-90,-14 5 90,5-5 0,-6 7 0,7-8 0,-6 7 0,-1-7 0,-3 8 0,-4-7 0,6 5 0,-7-6 0,5 8 0,3 0-90,9-7 90,0 5 0,-2-5 0,-8 7 0,8-7 0,-6 5 0,14-5 0,-14 7-90,13 0 90,-12 0 0,11-8 0,-11 6 0,5-5 0,-8 7 0,1 0 0,-1 0 0,8 0 90,-13 0-90,18 0 0,-18-7 0,28 5 0,-20-5 0,21 7 0,-23 0 0,15-8 0,-14 7 0,13-7 0,-12 8 0,19-7 0,-25 5 0,23-6 0,-24 8 0,26 0 0,-18 0 0,26 0 0,-26 0 0,26-7 0,-26 5 0,34-5 0,-33 7 0,40 0 0,-39 0 0,31 0 0,-33 0 0,11 0 0,-14 0 0,14 0 0,-11 0 0,33 0 0,-31 0 0,24 7 0,-28-5 0,13 5 0,-12-7 90,26 0-90,-8 0 0,-2 0 0,-6 0 0,-12 0 0,-6 0 0,25 0 0,-30 0 90,30 0-90,-24 0 0,11 0 0,-6 0 0,6 0 0,-4 0 0,12 0 90,-13 0-90,14 0 0,-14 0 0,13 0 0,-13 0 0,6 0 0,-7 0 0,7 0 0,-13 0-90,26 0 90,-25-7 0,19 5 90,-14-5-90,6 7 0,-4 0 0,12 0 0,-20 0 0,18 0 0,-11 0 0,8 0 0,-9 0 0,5 0 0,-11 0 0,20 0 0,-5 0 0,7 0 0,-8 0 0,-1 0 90,0 0-90,-6 0 0,6 0 0,0 0-90,2 0 90,-1 0 0,-1 0 0,0 0 0,-13 0 0,19 0 0,-19 0 90,19 0-90,-19 0 0,19 0 0,-20 0 0,22 0 0,-14 0 0,14 0 0,-14 0 0,13 0 0,-13 0 0,-1 0 90,20 0-90,-30 0 0,29 0 0,-27 0 0,8 0 0,0 0 0,-8 0 0,13 0 0,-11 0 0,12 0 0,-6 0 0,7-7 0,-6 5 0,6-5 0,-8 7 90,8 0-90,-13 0 0,19 0 0,-20 0 0,14 0 0,-7 0 0,0 0 0,-1 0 0,8 0 0,-13-8 0,18 6 0,-18-5 0,27 7 90,-17 0-90,17 0 0,-12 0 90,-1 0-90,-1-8 0,0 7 0,2-7-90,7 8 90,-8 0 0,13 0 0,-25 0 0,17 0 0,-21 0 0,30 0 0,-24 0 0,21-7 0,-27 5 90,14-5-90,-4 7 89,5 0-89,-7 0 0,-8 0 0,-1 0 0,6 0 0,-10 0 0,17 0 0,-19 0 0,13-7 0,-13 5 0,6-6 0,-8 8 0,7 0 0,-6 0 0,6 0 90,-7 0-90,0 0 0,8 0 0,-6 0 0,5 0 0,-7 0 0,8 0 0,-7 0 0,7 0-90,-8 0 90,0 0 0,7 0 0,-5 0 0,12 0 0,-12 0 0,13 0 0,-13 0 0,20 0 0,-19 0 0,19 0 0,-20 0 0,20 0 0,-11 0 0,13 0 0,-15 0 0,21 0 90,-17 0-180,10 0 180,-1 0-269,4 0 179,1 0 0,4 0 0,-21 0 0,19 0 0,-16 0 89,18 0-89,-22 0 0,5 0 0,3 0 0,1 0 0,6 0 0,-7 0 0,-8 0 0,13 0 0,-18 0 0,25 0 0,-25 0 0,25 0 0,-25 0 0,25 0 0,-26 0 0,19 0 0,-13 0 0,8 0 90,0 0-90,-1 0 0,1 0 0,6 0 0,-12 0 0,11-7 0,-12 5 0,13-5 0,-4 7-90,12-7 90,-22 5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23:32:23.96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3550 7173,'4'0'270,"0"0"90,-4 0-91,4 3-179,-4-2 0,4 3 270,0-4-360,0 0 90,4 0 90,-3 0-90,2 0 90,-2 0-90,-1 0 180,7 0-180,-5 0 89,2 0 1,3 0-90,-6-4-90,7 3 270,-1-2-450,-1 3 360,5-4-270,-6 3 90,6-6 0,-6 6 0,10-3 90,-9 1-90,9 2 0,-13-3 90,12 4-90,-12-4 90,17 3 0,-13-2-90,9 3 0,-7-4 90,5 3-90,-5-2 0,7 3 90,-13 0 0,13-4-90,-14 3 90,7-2-90,-4 3 0,7 0 90,-8-4-90,11 3 0,-16-3 90,16 1-90,-15 2 90,15-3-90,-13 1 0,10 2 0,-6-3 179,7 1-179,-7-2 0,3 0 0,-1-2 90,-5 6 0,4-2-90,-5 3 0,3-4 90,8 0-90,-6-1 90,12-2-90,-12 6 90,9-6-90,-10 6 90,7-7 0,-7 8-90,10-8 0,-9 4 180,9-1-180,-7-2 90,5 3-180,-5-1 180,4-2 0,-7 6 0,6-7-90,-6 4 90,6-4-180,-9 4 180,15-7-90,-13 9 0,11-9-90,-11 6 90,8-3 0,-7 4 0,10-7 0,-10 9 90,10-9-90,-9 7 0,9-4 0,-13 3 0,8-2 0,-8 2 90,9-3-90,-6 4 0,6-4 0,-6 7 0,7-6 0,-11 3 0,10-4 0,-13 3 0,12-2 0,-5 2 0,4 1 0,-5-4-90,-1 7 90,-2-6 0,6 3 0,-5 0 0,8-4 0,-8 4 0,9-5 0,-6 5 0,3-3 0,-4 2 90,8-3-90,-10 0 0,12 0 0,-13 3 0,14-6 0,-9 6-90,9-7 90,-10 8 0,7-4 0,-7 4 0,6-4 0,-6 0 0,7-1 0,-8 5 0,12-7 0,-11 9 0,10-9 0,-10 7-90,7-4 180,-4-4-180,5 3 180,-5-3-90,7 4 0,-9 0 0,16-7 0,-14 8 0,14-14 0,-16 18-180,9-15 180,-10 12-90,17-13 90,-11 9 0,12-9 0,-14 14 0,2-10 0,-6 10-90,14-14 90,-12 9-90,12-9 90,-11 6 0,5 1 0,-5 0 0,7-3 0,-9 5 0,5-6 0,-6 8 90,3-4-90,-7 3 0,13-6 0,-4-5 90,3 6-90,-2-5 0,-7 11 0,0-1 90,4-2-90,-3 2 0,10-7 0,-9 7 0,9-6 0,-10 6 0,10-10 0,-9 12 0,6-7 0,-12 9 0,3-3 0,-2 0 0,3 0 90,0 0-90,4-4 0,-3 7 90,6-13-90,-6 12 0,10-17 0,-9 17 0,13-16 0,-13 16 0,13-17 0,-14 13 90,14-12-90,-10 15 90,11-14-90,-10 14 90,12-15-90,-15 12 0,15-13 0,-9 9 0,1-2 0,0 1 0,2-2 0,-5 4 0,11-10 0,-16 13 0,9-9 0,-10 10 90,6-6-90,-2-1 0,18-9 0,-15 7 0,18-8 0,-25 16 90,18-13-90,-17 13 90,17-12-90,-17 12 89,16-13-178,-15 13 89,15-9 0,-16 10 0,13-10 0,-14 9 89,14-12-89,-13 12 0,9-13 0,-10 13 0,10-16 0,-9 15 0,5-8 90,1 0-180,1 5 90,0-6 180,9-7-180,-15 16 180,12-16-180,-14 18 0,14-10 90,-13 10-90,17-14-90,-18 13 90,11-5 0,-11 6 90,2 1-270,-2 0 180,-1 3 0,-4-2 0,7-1 0,-5-1 0,9-3 0,-6 4 0,10-11 0,-9 8 0,16-15 0,-15 16-270,19-16 270,-16 15-89,17-19 268,-16 19-269,14-15 180,-18 20 0,15-16-90,-15 16 0,15-17 0,-15 13-90,18-12 90,-11 8-90,7-2 90,-9 4 90,3-3-180,-9 5 270,9-9-180,-10 10 180,3-3-180,0 0 90,0-1 0,5 1-90,13-15 90,-13 16-270,20-19 90,-23 20-90,17-13 90,-16 14 270,11-14-180,-16 13-359,12-13 359,-12 13 359,13-12-359,-13 12-449,12-17 449,-12 17 179,13-13-268,-13 14 178,16-10-268,-15 9 269,19-9-90,-16 6 0,6 4 0,-8-2 89,4 3-178,-7 3 89,14-13 0,-13 11 0,5-8 179,-3 3-179,-3 7 0,3-6 0,0 3-179,4-5 179,1-3 0,-1 3 0,-4 5 0,0-3 0,-3 9 89,6-12 1,-6 8 0,3-5-90,0 3-90,0-4 180,5-1-270,-1 1 180,0 0 0,-3 4-89,2 0-1,-2-4 90,0 3 0,6-7-90,-13 11 180,16-9-90,-20 8-90,13-2 0,-3-6 90,-2 11-360,9-15 270,-7 12-90,1-9 360,3 9-270,-8-4-180,4 1 180,-4 0 180,4-3 90,-3 4-270,3 0-180,0-4 0,0 4 270,1-4 270,-1 4-360,-8 3 270,11-6-180,-13 9 90,16-8-90,-12 5-90,9-7 90,-2 7 90,-4-6-180,2 10-180,-3-6 270,-3 2-90,10-3 90,-13 4 0,12-3-90,-8 6 0,5-7 90,-6 7 0,2-2-89,-6 3 178,2 0-178,-3-4 89,4 3 89,-3-2-178,3 3 178,-4 0-89,3 0-89,-2-4 89,7 3 0,-7-2-90,6 3 90,-6 0-180,6 0-90,-6 0-450,2 0 271,-3-4 269,0 3-540,0-3 0,-3 11 1,-2 3-1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23:32:27.63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9 5824,'5'-4'0,"-1"3"0,-4-3 0,0 4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23:32:31.532"/>
    </inkml:context>
    <inkml:brush xml:id="br0">
      <inkml:brushProperty name="width" value="0.08571" units="cm"/>
      <inkml:brushProperty name="height" value="0.08571" units="cm"/>
      <inkml:brushProperty name="color" value="#00B0F0"/>
    </inkml:brush>
  </inkml:definitions>
  <inkml:trace contextRef="#ctx0" brushRef="#br0">1 3175 6543,'4'0'-360,"0"0"900,-4 0-450,3 0 90,-2 0 180,3 0-270,-1 0-90,-2 0 90,3 0 0,0-3 0,0 2 179,12-6-269,-6 6 90,1-3-90,-4 4 90,-6 0-180,3 0 180,-4-3-90,4 2 90,-3-3-90,6 4 90,-3 0-90,1 0 90,2 0-90,-6 0 90,6 0-90,-2-4 90,0 3 0,2-2-90,-6 3 90,6 0 0,-3 0-90,1 0 90,2 0 0,-2 0 0,3-4-90,-4 3 180,4-2-180,-4 3 90,4 0-90,-4 0 269,0 0-179,-4 0-90,4 0 90,0 0-90,1-4 90,-2 3 0,1-3 0,1 4-90,3-3 90,0 2 90,0-3 450,25-3-630,-22 5 90,18-5 0,-25 7-90,-3-4 179,6 4-89,-6-4 0,10 4-180,-9 0 270,8-4-360,-9 4 270,6-4-180,-6 4 270,7 0-180,-7 0 90,2-4-90,-3 3 0,0-3 0,4 4 0,-3 0 0,3 0 0,-1 0 0,-2 0 0,2 0 90,1 0-90,-3 0 90,3 0-90,-1-3 90,-2 2-90,3-2 0,-1 3 0,-2 0 0,3 0 0,-1 0 0,-2 0 90,7 0-90,-4-4 270,4 3-270,-3-2 90,6 3 0,-9 0 0,12-4-90,-8 3 180,12-6-90,-7 2-180,7-3 90,-8 4-90,1 0 90,-3 0 90,4 0-90,-3-1 90,7-2 0,-11 6-90,13-6 90,-12 2-90,13 1-90,-9-3 180,8 2-90,-8-3 89,9 3-89,-10-2 0,14 3 0,-12-4 0,8 3 0,-11 1-89,11-3 89,-8 5 0,15-9 0,-16 7 0,9-4 0,-10 3 0,3-2 0,-4 6 0,0-6 0,0 6 89,0-3-89,4 1 0,-3-2 90,10-6-90,-9 5 0,13-8 90,-17 12-90,16-13 0,-16 13 0,10-8 0,-8 5 90,7-3-90,-1 0 0,6-4 0,-7 3 0,2-3 0,-6 8 90,6-7-90,-6 6 0,10-11 0,-9 11 0,13-10 0,-13 13 0,5-12 0,-7 12 0,7-12 0,-5 8 180,13-9-180,-13 9 0,13-12 0,-13 12 0,16-13 0,-15 10 0,11-7 90,-13 7 0,3-6 0,-4 10 0,7-14-90,-4 17 0,15-20 0,-15 16 0,11-13 0,-12 10 0,1-3 0,-3 7 90,4-5-90,-3 4 270,7-9-270,-8 9 90,8-8-180,-7 8 90,6-5 90,-6 3-90,7-4-90,-7 3 90,3-7 0,-4 11 180,4-10-180,-4 14 90,8-14-90,-4 10 0,5-11 90,-5 8-90,0-4 0,-4 4 0,4-4 89,-3 3-89,3-7 0,-1 7 0,6-6 0,-4 6 0,3-3 90,-8 4-90,8-4 90,-6 3-90,5-3 0,-11 4 90,7-4-90,-6 7 0,18-13 0,-16 12 0,15-10 0,-20 8 0,16-4 90,-15 3-90,11-2 0,-6-1 90,2-1-180,1 0 180,1-6-180,-3 9 180,6-12-180,-6 8 180,10-9-90,-9 9 0,17-15 0,-17 16 0,17-16 0,-18 19-90,7-6 90,-4 1 0,8-6 0,-10 3 0,12-4 0,-17 12-90,11-12 180,-7 11-90,6-15 0,-9 16 0,12-13 0,-12 13 0,13-16 0,-10 15 90,6-15-90,-5 16 0,1-9 0,-2 10 90,-1-10-90,0 9 0,3-13 0,-5 14 90,8-14-90,-8 13-90,13-16-90,-13 15 180,16-19-90,-19 19 0,18-19 90,-14 16 0,12-17 0,-10 17-90,10-20 90,-9 19 0,9-12 0,-14 14-179,13-10 179,-12 13-90,17-24 0,-13 19 0,9-20 180,-10 21-180,7-16 90,-8 19 0,8-19 0,-7 19 90,6-15-90,-9 16 90,8-9-90,-12 10 0,12-10 0,-8 6 0,9-11 0,-5 10 0,5-8 0,-6 12 0,6-12 0,-9 12 0,8-13 0,-8 13 179,9-16-179,-6 15 0,3-8-89,-4 4 178,7-2-178,-5-1 89,13-8 0,-13 15 0,5-8 0,-7 7 269,1 4-269,-1-4 0,11-7 0,-12 8 0,18-12-90,-18 14 90,8-6 0,-7 6 0,0-3 90,0 4-90,4-4 90,1 0-90,-4 2 0,1 0 0,-1 1 0,-4 0-90,13-6 90,-12 6 0,14-7 0,-12 11 0,4-6 0,-4 7 0,1-4 0,-1 0 0,4-1 0,-3 5 90,6-7-90,-6 9-90,10-12 90,-9 8-90,13-5 90,-13 2 0,16 1 0,-16 0-90,20 0 90,-19 0 0,19 0 0,-19 3 0,19-6 0,-19 9 90,19-12-90,-20 12 0,17-9 90,-3 7 0,6-4-90,-1 3 0,5-2 0,-14 6 0,14-6 0,-16 6 90,12-6-90,-11 6 90,11-7 0,-11 8-90,15-8 0,-15 7 180,26-6-270,-24 6 180,17-2-90,-18-1 0,12 3 0,-9-3 0,8 1 0,-14 2 0,10-3 0,-12 4-90,15-3 90,-16 2 90,17-3-90,-17 4 0,27-3 0,-28 2 0,24-3 0,-23 4 0,13 0 0,-9-3 0,13 2 0,-17-3 0,16 4 0,-19 0 90,16 0-90,-18 0 0,7-4 0,-5 3-90,2-2 90,0 3 0,2 0 0,-2 0 0,-1 0 0,0 0-90,-4 0 90,0 0 0,1 0 0,-5 0 0,0 0 0,-4 0 90,3 0-90,-2 0 0,7 0 0,-7 0 90,6 0-90,-3 0 0,4 0 0,0 0 0,4 0 0,-3 0 0,3 0 0,-7 0-90,-2 0 90,-3 0 0,4 0 0,-3 0-90,2 0 0,1 0 90,0 0-90,5 0 90,2 0 0,-5 0-90,5 0 180,-7 0-90,1 0 0,-2 0 0,1 0 0,-3 0 180,3 0-180,-1 0 0,-2 0 0,3 0 0,-1 0 0,-2 0 0,6 0 0,-6 0 90,3 0-90,0 0 0,0 0 0,1 0-90,-2 0-7106,-3 0 6746,0 3 450,0-2 0,-7 10 0,-2-2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23:32:42.6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319 210 7533,'0'-8'0,"0"1"0,0 7 539,0 0 541,0-6-361,0-2-179,0 1-180,0-6-180,0 12 359,0-12-359,0 6 450,0-8-450,0 2 180,0-1-180,0 6 269,-13-17-449,10 21 270,-22-28-270,15 23 180,-16-5-270,17 8 180,-9 6-180,10 0-180,-31 0 180,19 6-90,-31 8 180,34 2 0,-16 16 0,11-9 0,0 24 599,19 21 1,9 19 0,2-12-600,5 8 90,-6-8 0,2 11 0,8-28 180,17-44-180,-12 0-180,13-6 270,-1-2-180,7-6 90,-3 0-90,2-6 180,-12-9-270,12-12 180,-9-3-270,16-10 0,-18 4 270,5-18-90,-12 15 0,-8-14 0,-7 24 0,-1-36-90,-4 35 90,-15-52 0,2 60-180,-9-22-90,8 29-269,-15-11 269,2 9-180,-15-3 180,18 14-1349,-17 6 899,21 0 181,-15 0-990,25 0 1529,-4 0 0,4 6 0,-5 1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23:32:44.0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322 167 7533,'-6'-14'629,"4"7"271,-4 0-450,6 1-91,0-2 91,0 0-90,0-4-270,0 11 270,0-12-91,0 12-269,0-5 270,-7-1 180,6 6-180,-6-12 90,2 12-180,-3-11 179,-12 10-269,11-4 180,-22 6-180,14 6 90,-18 2-180,7 6 0,13 0 90,-4-7-180,-1 18 180,9-14-180,-14 15 180,18-6 90,-7 14 0,0 10 90,6 18-90,1-17 629,7 32-719,7-41 180,13 42-180,-3-46 180,47 21-450,-41-30 90,34-3 0,-34-14-180,35-18 270,-10-9 0,21-21 0,-34 5-180,16-47 180,-31 39 0,13-40 0,-26 47-90,-7-27 0,-7 31 0,-7-37 90,-1 44 0,-18-30 0,10 45-360,-17-26-809,4 35 180,6-9 809,4 12 180,12 0 0,0 6 0,0 2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23:32:45.1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447 266 7623,'0'-8'629,"0"2"-359,0 0 0,0 5-90,-6-6 0,4 7-180,-4-6 270,6 4-1,0-10 91,-6-2-180,4 5 270,-10-16-90,11 16-90,-12-11-1,5 6 91,-12-7-360,4 12 270,-10-16-270,10 22 180,-16-15 0,8 16-90,-9-4 90,5 6 0,-7 6-90,13-4-1,-17 16-89,22-2 180,-22 37 0,28-19-90,-14 18 360,24 1 449,-6 19-629,14-11 540,13 36-630,-3-62 180,40 36-271,-10-46 91,10 2-180,-11-21 90,1-6-719,4-12 539,13-10-90,-2-14 180,-25 0-810,14-22 630,-38 30-269,24-42 449,-34 31-90,3-23 180,-14 18-450,-18-14 360,3 25-990,-30-32 181,14 32-1080,-15-7 360,19 20 681,6 12 0,9 2 0,6 6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23:35:55.0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199 60 7533,'0'-11'0,"0"-6"180,0 14 269,0-5-269,0 8 0,9-9 270,-7 6-270,7-6 0,-9 9 989,0 0-449,0 9-361,0 2 1,-9 18-180,-2 2 450,-10 26-360,2-13 179,-1 40-269,0-38-45,1 14 0,0 0-135,4-17-315,-9 13 0,4-3-584,16-27 89,-13 20 181,17-26-91,0-9-539,0-3 269,0-25 541,8-5 449,29-61 0,-11 31 0,-2 6 0,-1 0 0,-3-5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23:35:55.2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 7533,'11'-2'2338,"-3"4"-1798,-8 27-180,9 1 359,2 28-179,9 3-270,-8 1-90,5-5-1504,-15-17 1324,15 0 0,-14 0 180,15 16-180,-16-20-449,15 28 179,-15-39-1889,7 21 1349,-9-33 1144,0 5-1233,0-18 899,0-18 0,-9 5 0,-1-16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23:35:55.4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41 7533,'68'9'0,"-30"-16"-360,57 5-5570,-58-9 5930,-17 1 0,0 2 0,0-3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23:35:56.1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41 7533,'0'-12'-360,"0"-6"90,0 16 90,0-6 90,0 8 1080,9 0-451,-7 0 901,7 0-1171,-9 0 91,0 8 0,0 4 719,9 34-359,-7-2 0,-2 42-91,-2-13-89,-7 15 89,0-17 1,7-3-450,-7-27 180,9-3-630,0-18 450,0-9-720,0-2 90,0-9 1,18 0-181,4-9 360,9 7-180,6-16-179,-15 16-181,7-7 630,-10 9-899,2 0 719,-11 0-449,8 0-91,-6 9 450,-1-7 181,-2 7-1171,-1-9 1440,3 0 0,9-9 0,0-2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23:36:10.3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180 120 6903,'11'-31'3778,"-2"11"-3598,-9 11 0,0 9 90,0-9-270,0 7 179,0-7 1,0 9-180,0-9-90,0 7 180,-9-7-180,7 9 360,-16-8-180,16 5 0,-17-5-90,17 8 180,-15 0-90,6 0 90,-9 17-180,9-13 270,-15 49-270,21-35 0,-12 28 90,8-26 0,7 17 90,-16-4-91,15 16-89,-6 0 90,9-7 0,0 6-180,9 9 180,3-21-270,-1 10 180,7-26-89,-7 0 89,9-9-270,7-2 270,-13-9-180,12 0 180,-15 0-180,10-9 180,-10 7 0,-2-16-270,-1 15 180,-6-14 0,16 6 90,-16 0-180,16-7 180,-16 7-90,7 0 180,-9-6-180,0 14 270,0-6-270,0 1 90,0 5 0,0-5-180,0 8 0,-9-9 90,7 7 90,-16-16 0,16 16-89,-7-7-1,0 9 90,-2-9 90,1 7-180,-8-7 180,16 9-90,-7 0 89,9 0-178,0 0 268,9 0-179,-7 0 0,16 0 180,-16 0 0,15 0-180,-15 0 270,16 0-180,1-8 90,4 5-180,14-14 0,-6 14-90,-8-15-90,3 16 180,-24-6-270,7 8 270,-9 0-1417,0 0 0,-9 0 1,-2 0-1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23:36:11.2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79 7533,'15'50'1754,"0"0"0,5 38-1844,-11-86 0,-9 7 90,0-9-90,8 9 0,3-7 90,0 7-450,-2-18 270,0 7 90,-7-16-539,7 7-181,0-18 630,2 16 90,0-13 90,-3 24 180,1-7-90,-7 9 810,16 27-720,-15-21 449,14 29-449,-6-24 630,9 0-361,8-2-449,-14-9 0,12-9 90,-24 7-360,16-16 1,-16-2-181,7-10-90,0-10 450,-7 9-449,6-15 449,-8 31 0,0-21 0,0 25-270,0 0 180,0 2-899,0 9 89,0 0 181,-8 0 809,6 0 0,-7 9 0,9 2 0,0 9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23:36:11.9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101 80 7713,'0'-11'179,"0"2"-179,0 9 180,0 0 0,0-8-90,0 6 180,0-7 180,0 0 359,0 7-449,0-8 0,0 10-180,0 0 899,0-8-989,0 5 450,0-5-270,0 8-90,-18 0-90,14 0 89,-31 18-268,30-5 268,-22 15 1,25-8-180,-7 0 90,9 0 0,0-1 0,0 2 0,0-2 0,0-8 0,0 33-450,0-35-449,27 35 539,-12-41-989,32 6 359,-17-9 360,-8 0-269,14-9 539,-32 6-630,23-14 451,-25 14-900,6-5 1349,-8 8 0,9-9 0,3-2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0T23:36:17.5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81 0 6183,'0'12'0,"0"-3"0,0-9 0,0 0 0,-9 0 0,7 0 0,-6 0 0,8 0 0,0 0 0,-9 0 0,7 0 0,-7 0 0,9 0 0,0 0 0,-9 0 90,6 0-90,-6 0 0,9 0 1440,0 0-1171,-9 0-179,7 0 180,-7 0-90,9 0 2519,0 0-2520,0 9-89,0-7 90,9 7-270,-7-9 270,7 0-90,0 0-90,3 0 0,-1 0-180,6 0 90,-6 0 90,9 0 90,-9 0-180,6 0 360,-14 0-270,14 0 90,-15 0 180,16 0-270,-16 0 0,16 0 90,-15 0 0,6 0-270,-1 0 180,-6 0 90,7 0-90,-9 0 0,0 0-180,0 8 0,0-6-90,8 7 270,-5-9-180,6 0 180,-9 0-269,0 0 269,9 0-360,-7 0 270,7 0-180,-9 0 180,8 0 0,-6 0 0,7 0-90,-9 0 180,0 0-360,0 9 181,0-6-451,0 6 360,0-9-510,0 0 1,0 0-1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1T05:29:43.730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32 7719 6363,'-9'0'360,"2"7"-180,7-5-90,0 6 0,0-8 3508,0 0-3328,-7 0-270,5 0-90,-5-8 90,7 6 90,0-13-270,0 6 90,7-14-90,2-3 90,7-7 180,1-7 0,-1 5 0,-7 2 90,6 1 0,-13 7-90,6-1 0,-1 3-90,-5-2 90,6 7-180,-2-13 180,-4 13-90,13-14 0,-14 7 179,14-23-179,-6 19 0,0-2 180,-2 9-180,-7 11 90,8-6 90,-6-5-180,5 11-90,1-27 180,-6 18-180,13-11 180,-14 7-180,14-2 90,-13 0 90,12 3-90,-12 6 90,13-6-90,-13-4 0,13 2 90,-13 1-90,5 0 90,0 6-90,2-13 0,0 13-90,-1-6 90,-1 7 0,-5 1 0,5-1 0,0-6 0,-5 4 90,12-12-90,-12 12 90,13-19 0,-5 18-90,6-19 90,-7 14-90,6-1-90,-14 10 180,14-13-180,-13 23 90,13-30 0,-6 17 0,7-14 0,1 7 0,7-19 0,-13 22 0,18-22 0,-26 26 0,27-19 90,-12 10-90,0-4 0,4 8 90,-12 0-90,6 6 0,8-21 0,-5 19 0,12-19 0,-13 13 0,6-6 0,-8 6 0,8-6 0,-6 7 0,6-1 0,-8-5 0,1 5 0,0 8 0,7-11 0,-7 11 0,8-15 90,-9 7-90,1-5 0,-1 13 0,8-21 0,-6 19 0,6-11 0,-7 14 0,13-21 0,-9 16 0,3-17 90,-9 23-90,1-15 0,3 3 0,11-12 0,-11 14 90,11-12-90,-11 17 0,5-17 0,0 12 90,2-7-180,-1 8 180,-1 1-90,-8 7-90,16-28 90,-5 13 0,6-22 0,-9 28 0,7-20 0,-11 24 0,19-24 0,-21 28 0,13-28 0,-5 16 0,-1-17 0,-1 21 0,7-12 0,-11 18-90,26-26 180,-26 26-90,19-26 0,-21 26 0,14-19 0,-14 21 0,13-6 0,-6-7 0,9 3 0,-9-5 90,14-5-90,-12 3 0,13-7 0,-14 9 90,12-5-90,-10 10 0,20-19 0,-20 19-90,18-18 90,-19 19 0,13-13 0,-15 14 0,29-13 0,-30 19 0,36-19 0,-47 21 90,31-13-90,-31 13 0,25-14 0,-19 21-90,33-33 90,-28 30 0,30-32 0,-36 28 90,28-21-90,-24 19 0,31-25 0,-33 32 0,26-31 0,-26 31 0,19-26 0,-21 21 0,13-6 0,-5 0 0,-1 13 0,7-11 90,-7 5-90,8-8 0,7-8 0,-12 15 89,18-19-89,-19 24 0,21-25 0,-21 20 0,26-21 0,-30 19 0,30-19 0,-33 21 0,33-20 0,-23 17 0,10-17 0,-9 19 0,17-19 0,-18 18 0,16-11 0,-29 22 0,36-28 0,-27 22 0,27-23 0,-37 29 0,15-21 0,4 18 0,7-20 0,-1 9 0,-8 4 0,0-5 0,0 0 0,7 6 0,-5-6 0,13 0 0,-14 6 0,14-13 0,-13 13 0,12-6 0,-4 0 0,-1 6 0,-2-6 0,-7 0 0,7 6 0,-5-6 0,13 0 0,-13 6 0,19-14 0,-24 14 0,23-6 0,-33 8 0,33-8 180,-30 6-180,30-6 0,-33 7 0,33-6 0,-24 5 0,26-14 0,-13 14 0,8-6 0,-15 8-90,18-1 90,-31 1 0,38-1 0,-30 1 0,10-1 0,-9 8-90,17-13 90,-10 11 0,24-20 0,-27 20 0,20-19 0,-10 19 0,11-12 0,-14 7 0,6 0 0,-13-1 0,20 1 0,-11-8 0,5 6 0,-16 1 0,13-5 0,-31 19 0,28-19 90,-32 20-90,21-13 0,-7 13 0,9-13 0,6 6-90,2-7 180,-7-1-90,11 1 0,-19 7 0,28-13 0,-26 18 90,32-25-90,-17 25 0,15-25 0,-2 18 0,-8-13 0,-7 15-90,20-6 90,-31 6 0,22 0 0,-12-13 180,17 4-180,-5-1 0,10-3 0,-21 13 0,14-8 0,-19 8 0,16-6 0,-32 14-90,24-14 90,-10 13 0,8-12 0,-11 12 0,0-13 0,-7 13 0,1-12 0,5 12 0,2-13 0,2 13 0,-2-13 0,-9 14 0,14-14-90,-1 13 90,12-12 0,-8 12 0,-8-6 0,-1 1-90,2 5 90,-9-5 0,14 0 0,-19 5 0,33-5 0,-31-1 0,39-1 0,-39 0 0,24 1 0,-21 1 0,16 5 0,-7-5 0,22 0 0,-27 5-89,31-13 89,-31 13 0,33-12 0,-25 12 0,18-5 0,-20-1 0,5 7 89,0-14-89,-5 13 0,-2-6 0,6 8 0,-19-7 0,33 5 0,-31-5 0,38 0 0,-37 5 0,38-13 0,-32 13 0,26-12 0,-28 12 0,19-5 0,-19 7 0,21-8 0,-21 7 0,27-7 0,-33 1-179,40 5 179,-32-6-90,19 1 90,-15 5 0,15-5 0,-5 0 0,22-3 0,-21 1 0,11 2 0,-13 7 0,8-7 0,-1 5 0,-14-5 0,-4 7 0,22-8 0,-13 7 0,25-7 0,-33 1 0,14 5 0,-10-6 0,14 1 0,-10 5 0,-13-5 0,3 7 0,11 0 0,-5 0 0,19-7 0,-27 5 0,25-5 0,-31 7 0,38 0 0,-31-7 0,19 5 0,-22-5 0,27-1 0,-21 6 0,30-5 0,-27 7 0,27 0 0,-24-8 0,39 7 0,-39-7 0,47 8 0,-45-7 0,45 5 0,-39-5 0,18 7 0,-29-8-90,18 7 90,-24-7 0,26 8 0,-28 0 0,34 0 0,-37 0 0,29 0 0,-35-7 0,14 5 0,-22-5 0,27 7-90,-24 0 90,25 0 0,-27 0 0,26 0 0,-24 0 90,25 0-90,-19 0 0,12-7 0,-6 5 0,16-5 0,-14 7-90,19 0 90,-18 0 0,12 0 90,-7 0-90,0 0 0,-8 0 0,22-8 0,-18 6 90,26-6-180,-28 8 0,26 0 90,-16 0-90,20 0 90,-15 0 0,6 0 0,-21 0 0,19 0 0,-26 0 0,11 0 0,-14 0 90,14 0-90,-18 0 0,16 0 0,-20 0 0,15 0 0,-13 0 0,26 0 0,-32-7-90,32 5 90,-26-5 180,27 7-180,-10 0 90,4 0-90,0 0 90,-7 0-90,1 0 0,20-7 0,-17 5 90,19-5-180,-8 7 90,-5 0 90,6 0-180,6-8 90,-18 7 0,25-7 0,-20 8 0,9 0 0,-10 0 0,19 0 0,-28 0 0,30 0 0,-29 0 0,8 0 0,0 0 0,0 0 0,-7 0 0,12 0 0,-18 0 0,19 0 0,-13 0 0,-1 0 90,-1 0-90,-7 0 0,-1 0 0,-7 0 0,13 0 0,-18 0 89,10 0-89,-6 0 90,-6 0-90,13 0 0,-13 0 0,12 0 0,-12 0 0,12 0-90,-12 0 90,13 0 90,1 0 0,3 0-90,5 0 0,-8 0 0,8-7 0,-6 5 0,14-5 0,-21 7-90,11 0 90,-14 0 0,9 0 0,-1 0 0,1 0 0,-1 0 0,1 0 0,-1 0 0,1 0 0,-8 0 0,5 0-90,-12 0 180,13 0-90,-13 0 0,6 0 0,-8 0 0,7 0 0,-5 0 0,5 0 0,-7 0-719,0 0 719,7 0 0,-5 0 0,5 0-90,-7 0-4947,0 0 4677,-7 0 360,-2 0 0,-7 0 0,-1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1T05:32:39.5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224 154 7083,'0'-7'989,"0"0"1,0 7 629,-6-12-1079,4 9-181,-4-16-179,0 18 180,4-5-180,-11 6 0,12 0 90,-11 0-180,10-7 359,-16 6-269,9-6 270,-18 14-270,6 0-90,-2 7-90,3 6 180,0 14 0,5 10 359,1 12-269,7 0 0,14 0-180,7-1 180,8-5-180,5-2-180,14-18-180,-16-4-90,32-12 180,-24-6 180,21-2 0,-6-18 90,-4-10 0,4-14 90,-7-6-90,-11 13-90,-4-4 90,-12-1 0,0 9-180,0-38 180,-6 41-90,-2-48 0,-6 50 90,-12-37 270,2 31 89,-23-14-179,16 18 180,-34 3-540,25 5 0,-21 6-90,7 2-1259,-4-1 719,13 6-2608,-6-6 3328,34 7 0,-15 0 0,10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31T05:45:49.82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9 5824,'5'-4'0,"-1"3"0,-4-3 0,0 4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9T15:51:47.886"/>
    </inkml:context>
    <inkml:brush xml:id="br0">
      <inkml:brushProperty name="width" value="0.04286" units="cm"/>
      <inkml:brushProperty name="height" value="0.04286" units="cm"/>
      <inkml:brushProperty name="color" value="#E71224"/>
    </inkml:brush>
  </inkml:definitions>
  <inkml:trace contextRef="#ctx0" brushRef="#br0">14 82 7669,'0'-14'480,"0"5"-147,0 0 1,0 4 148,0-4 1,0 5 701,0-5-445,0 6 657,0-9-513,0 10 618,0-4-616,0 6 1083,0 0-1440,0 12 1,0 3 407,0 13 0,0 0-419,0 4 1,0-2-57,0 6 0,0-1-116,0 1 1,0 2-158,0-6 1,-4 1 4,-1-1 1,0-3-39,5 2 0,0-7-7,0-1 1,0-6-13,0 1 1,0-3-68,0-1 131,0-1-441,0-5 157,0 4-81,0-11 115,0 5 1,2-6 174,2 0 1,4 0 59,6 0 1,1-4 281,3-1 1,-1 1-42,5 4 0,-4-5-117,5 1 0,-5-1-252,5 5 1,-5-4 87,5-1 1,-7 1-398,2 4 0,-3 0 163,-1 0 0,0 0-182,-1 0 1,-4 0-401,0 0 67,-6 0 0,5 0-754,-4 0 594,-2 0-727,4 0 537,-6 0-4635,0 0 3197,-6 0 2392,4 0 0,-10 0 0,5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9T15:51:48.504"/>
    </inkml:context>
    <inkml:brush xml:id="br0">
      <inkml:brushProperty name="width" value="0.04286" units="cm"/>
      <inkml:brushProperty name="height" value="0.04286" units="cm"/>
      <inkml:brushProperty name="color" value="#E71224"/>
    </inkml:brush>
  </inkml:definitions>
  <inkml:trace contextRef="#ctx0" brushRef="#br0">14 49 7650,'-7'0'5066,"1"0"-4584,6 0 0,1 0-62,4 0 0,2 0-129,7 0 0,-1 0-251,1 0 1,0 0 45,-1 0 1,1-5-48,-1 1 119,1-7 0,0 10-506,-1-4 0,-4-1-764,0 2-1036,-6-1-799,9 5 1509,-10-6 1438,4 5 0,-12 1 0,-2 7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9T15:51:48.853"/>
    </inkml:context>
    <inkml:brush xml:id="br0">
      <inkml:brushProperty name="width" value="0.04286" units="cm"/>
      <inkml:brushProperty name="height" value="0.04286" units="cm"/>
      <inkml:brushProperty name="color" value="#E71224"/>
    </inkml:brush>
  </inkml:definitions>
  <inkml:trace contextRef="#ctx0" brushRef="#br0">0 0 10958,'6'8'1069,"-4"4"0,5-9-217,-2 6-429,-4-6-165,5 9 1,-4-5 668,2 7-599,-2 0 0,4 1 549,-6 3 1,0-3-384,0 3 1,-2 2-16,-2-2 1,2 5-143,-2-5 0,2 0 130,2-5 1,0 1 254,0 0-800,0-1-59,0 1 1,0-5-113,0 0 0,6-6-682,3 1 721,4-2 0,0-2-189,1 0 1,-5 0 92,0 0 1,-5-5-734,5 1 1,-6-2 478,2 1 0,-2 4-2440,2-4 1698,-4 4 1302,5-5 0,0 4 0,2-4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9T15:51:53.380"/>
    </inkml:context>
    <inkml:brush xml:id="br0">
      <inkml:brushProperty name="width" value="0.04286" units="cm"/>
      <inkml:brushProperty name="height" value="0.04286" units="cm"/>
      <inkml:brushProperty name="color" value="#E71224"/>
    </inkml:brush>
  </inkml:definitions>
  <inkml:trace contextRef="#ctx0" brushRef="#br0">109 42 8006,'0'-8'4264,"0"2"-3562,0 0 0,2 4-213,2-2 1,-2 1 764,2-2-442,-2 4 446,-2-5 161,0 6 1250,0 0 1,-2 6-1689,-2 3 1,-4 4-469,-6 6 0,1-3-98,-1 7 1,5-5-358,0 5 0,2-2-58,-2 1 0,-2 3 0,6-7 0,1 6 0,4-1 0,-5-2 0,1 1 0,-1-5 0,5 1 0,0-3 0,0-1 0,0 5 0,0-3 0,0 2 0,2-3 0,2-2 0,-2-4 0,2 1 0,4-3-459,1 2 0,-3-1-389,-1-4 1,1-1-496,-2 6 1,7-6 114,-2 2 1,-2-4-935,2-1 1,-4 0 1114,4 0 1,-4 0-3116,4 0 4162,0 0 0,4 0 0,1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9T15:52:54.654"/>
    </inkml:context>
    <inkml:brush xml:id="br0">
      <inkml:brushProperty name="width" value="0.04286" units="cm"/>
      <inkml:brushProperty name="height" value="0.04286" units="cm"/>
      <inkml:brushProperty name="color" value="#E71224"/>
    </inkml:brush>
  </inkml:definitions>
  <inkml:trace contextRef="#ctx0" brushRef="#br0">0 146 10065,'0'-7'3201,"0"2"-2576,0 5 4065,0 0-4398,0 5 1,0 2-1,0 5 167,0 1-27,0 4 0,0-2 37,0 5 1,0-3-140,0 3 0,4-1 82,0 1 0,0 2-100,-4-6 0,0 6-16,0-2 1,2-1-74,2 1 1,-3-5 147,3 1 0,-2-2-123,-2-2 0,0 4-94,0 0 0,0-3 68,0-5-230,0 0-628,0 4 457,0-5-273,0-2 205,0-5-1626,0 0 1498,0-11 1,0 3-94,0-8 0,0 1 63,0-1 1,4 1 107,0-5 1,0 3 112,-4-3 1,0 5-27,0-1 0,0-2 107,0 2 0,0-1-107,0 0 0,0 4 94,0-3 0,0 2 110,0 2 0,0 0-106,0 0 0,0-1-120,0 1 100,0 0 1,0 0 90,0 0 0,0 4-217,0-1 444,0 7 89,0-4 143,-6 1-211,5 4 222,-4-5-287,5 6-210,0 0-27,0 6 0,0 0 257,0 7 1,0-1 52,0 0 0,0 0-42,0 0 1,0 0-65,0 1-22,0-1 0,0 0 106,0 0 0,0-4-6,0 0 0,0 0-322,0 5 0,0-1 42,0 0 1,0 0 127,0 0 1,0 5 14,0-1 1,0 0 9,0-4 1,0 0-27,0 1 0,0-1 15,0 0 0,0-4-105,0 0 0,0-4 105,0 4 1,0-4-333,0 5 90,0-7 128,0 9 1,0-8-312,0 5 180,0-5-144,0 2 126,0-5-3858,0 0 3722,0-5 1,0 2-146,0-5-23,0 0 1,0-5 142,0 1 1,0 4-349,0 0 0,0 4 238,0-4 1,4 4-1248,0-4 1732,0 0 0,-4-5 0,0 1 0</inkml:trace>
  <inkml:trace contextRef="#ctx0" brushRef="#br0" timeOffset="652">183 12 7206,'-5'-7'1463,"3"2"-319,-3 5-422,-1 0 579,5 0-512,-4 0 400,5 0-359,0 0 0,5 1-45,3 3 0,-1-1-270,1 5 0,0 0 398,4 5 0,0 3-421,1 0 1,3 4 256,0-3 1,0 4-267,-3 0 0,-3 0-65,-2-1 1,2 3 16,-6-2 1,4 2-138,-4 1 1,0 2 72,-4 2 1,0-1-93,0 6 0,-1-6 96,-3 1 1,1 2-120,-5-2 0,0 1-30,-4-5 0,0-4-226,-1 1 0,1-5 0,0 4 0,4-5 0,0 1 0,4-6-8,-4-2-1686,5 0 1,-4-1-63,3-3-3099,3-3 2491,-5-1-2038,6 0 4402,0 0 0,6-5 0,0-2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9T15:53:40.622"/>
    </inkml:context>
    <inkml:brush xml:id="br0">
      <inkml:brushProperty name="width" value="0.04286" units="cm"/>
      <inkml:brushProperty name="height" value="0.04286" units="cm"/>
      <inkml:brushProperty name="color" value="#1CB2E6"/>
    </inkml:brush>
  </inkml:definitions>
  <inkml:trace contextRef="#ctx0" brushRef="#br0">12 1 7826,'-7'0'2245,"2"0"-1764,5 0 9349,0 0-8822,0 5 0,0-2-751,0 5 1,0 0-125,0 4 1,0 0 87,0 0 0,0 1-137,0-1 1,1-1 82,3-3 1,-2 3-117,2-3 1,-3 2 89,-1 3 1,0-1-155,0 0 171,0 6-10,0-5-46,6 5 1,-5-6 44,3 0-245,-3 0 198,-1 0 0,0 1-5,0-1-51,0 0 0,0 0 132,0 0-293,0 0 179,0-5 0,0 4-108,0-3-10,0-2 56,0 4 1,0-3 36,0 5 0,0-3-44,0-1 0,0-4 39,0 4 0,0-4 121,0 4 1,0-4-111,0 4-28,0-5 0,0 4-166,0-3 197,0-3 0,0 6-212,0-3 202,0-3-32,0 10 1,0-8-25,0 5 173,0-5-133,0 7 0,0-7 31,0 5-32,0-5 1,0 4 29,0-3 41,0-3 1,0 10-65,0-3 0,0-1 226,0 1-221,0 0 0,0 4-55,0 0 0,-1-3 124,-3-1 4,3 0-232,-5 4 202,6 0-293,0-5 149,0-2 7,0 1 44,0-5-13,0 4-3,0-5 1093,0 0-943,6 0 0,0 0-39,7 0 0,-1 0 13,0 0 0,0 0-83,0 0 1,0 0 115,1 0-191,4 0 0,-3 0 83,2 0 0,-2 0-147,-2 0 98,0 0 1,0 0-29,0 0 79,-5 0 181,4 0-191,-4 0 0,1 0 36,0 0 174,-5 0-129,7 0-198,-3 0 85,5 0-86,1 0 1,-5 0-178,0 0 157,-6 0-163,9 0 232,-9 0 1,4 0-246,-2 0 152,-2 0-46,3 0 0,-3 0-202,2 0-191,-3 0 128,4 0-188,-5 0-9032,0 0 6332,0-5 3355,0-2 0,-5-10 0,-2-2 0</inkml:trace>
  <inkml:trace contextRef="#ctx0" brushRef="#br0" timeOffset="654">475 536 11797,'12'0'1375,"0"0"0,-4 0-833,1 0 747,-1 0-801,4 0 0,-4 0 477,0 0-526,0 0-122,4 0 17,1 0-118,-1 0 0,0-4 125,0 0-1077,0 0 591,1 4 0,-5-1 88,0-3-1464,-6 2 648,9-3 453,-9 5-1125,3 0 309,0 0-1191,-3 0 1728,3 0 0,-6 0-1496,-3 0 2195,-3 0 0,-5 0 0,0 0 0</inkml:trace>
  <inkml:trace contextRef="#ctx0" brushRef="#br0" timeOffset="1034">560 439 7683,'0'-8'0,"0"0"1988,0 5-605,0-2-106,0-1-528,0 5-334,6-5 0,-4 6 91,6 0 834,-5 0-920,3 0 1,-2 6 161,0 2 0,0 3 41,-4 1 0,0 4 736,0 0-897,0 6 606,0-3-637,0 0 0,-4 4 213,0-3-97,0-2-269,4 5 0,0-10 102,0 4-535,0 2 152,0-11 0,0 8 196,0-8-194,0-3 123,0 6-217,0-9 62,0 8 1,5-8-76,3 2 0,-1-3 63,1-1 0,0 0-205,4 0 0,-4-4-21,1 0-653,-1 0 665,4 4 0,-4 0-2784,0 0 131,-5 0-667,2 0 52,-5 0 3527,0 0 0,6 0 0,0 0 0</inkml:trace>
  <inkml:trace contextRef="#ctx0" brushRef="#br0" timeOffset="1613">938 159 8404,'0'-12'3260,"0"-1"-2118,0 7 880,0 0-498,0 6 1367,0 0-2499,-6 6 1,1 5 334,-3 5 0,-3 7-297,3 1 0,-3 2 11,-1 6 1,0-3-102,0 3 0,3-3 107,1 3 1,4-5-101,-4 2 1,5-4-47,-1 0 1,3-2-218,1-3 1,4-1-168,0-3 0,6-2-955,-2 2 754,-3-8 0,6 3 80,-3-3-677,3-3 525,-4 1 0,3-2-164,-1 0-2218,1 0 1796,3-4 1,-1 0-2654,0 0 2490,0 0 1,0-1 64,0-3 1040,-5 2 0,4-9 0,-4 5 0</inkml:trace>
  <inkml:trace contextRef="#ctx0" brushRef="#br0" timeOffset="2247">1035 305 9307,'0'-8'1523,"0"0"-576,6 0-580,0-5 1,7 3 172,-1 1 0,0 0 6,0 5 0,-4-1 73,0 0 1,0 4 391,5-3-412,-1 3 1,0 1 293,0 0-573,0 0 1,-1 5 134,-3 3 1,-2 4-120,-6 5 1,0 2-36,0 5 1,-6 0-164,-2 1 1,-3-1-146,-1 0 0,0-1 24,0-2 0,0-2 156,-1-3 1,3-7-126,2 4 1,1-5 52,3 0 94,2-3-53,-3-5-132,5 0 0,5 0 168,3 0 1,3-4 115,1 0 0,1 0-77,-1 4 0,0-1-11,0-3 1,4 2-92,1-2-11,4 3 1,-3 1 108,2 0-366,3 0 136,-4 0 1,1 0 135,1 0-351,-6 0 175,2 0 0,-5 0-780,1 0 451,-7 0 128,5 0-723,-10 0 393,5 0 154,-6 0-1663,0 0 0,-11 0 0,-2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9T15:53:44.279"/>
    </inkml:context>
    <inkml:brush xml:id="br0">
      <inkml:brushProperty name="width" value="0.04286" units="cm"/>
      <inkml:brushProperty name="height" value="0.04286" units="cm"/>
      <inkml:brushProperty name="color" value="#1CB2E6"/>
    </inkml:brush>
  </inkml:definitions>
  <inkml:trace contextRef="#ctx0" brushRef="#br0">25 12 7687,'-7'0'1646,"0"0"-83,3 0 1,3-1 59,-3-3 1107,3 3-1322,1-5-805,0 6 1,6 0-38,7 0-235,-1 6 1150,11-5-908,-4 10 0,5-4 897,0 5-1006,-5 5 0,4-2 83,-2 6 503,-4-1-452,1 4-201,-1 1 332,-8-1-729,7 0 0,-13 1 0,5-1 0,-6 0 0,2 1 0,-4-1 0,-4 0 0,3 1 0,-10-1 0,4-1 0,-5-3 0,0 3 0,0-9 0,1 5 0,3-3 0,-3-8-227,4 8-4495,1-9 1601,-5 0 1675,9 4 0,-4-6 1446,2 3 0,2 3 0,-3-4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9T15:54:17.533"/>
    </inkml:context>
    <inkml:brush xml:id="br0">
      <inkml:brushProperty name="width" value="0.04286" units="cm"/>
      <inkml:brushProperty name="height" value="0.04286" units="cm"/>
      <inkml:brushProperty name="color" value="#0BB21C"/>
    </inkml:brush>
  </inkml:definitions>
  <inkml:trace contextRef="#ctx0" brushRef="#br0">25 25 7728,'0'-7'1643,"0"-4"-96,0 10-405,0-5-456,0 6 9144,0 0-5679,0 6-3034,0 1-714,0 5 0,0 0-382,0 0-21,0 0 0,0 0 0,0 1 0,0 4 0,-5-3 0,3 3 0,-2-4 0,3 3 0,1 0 0,0 2 0,0-2 0,0-3 0,0 4 0,0-4 0,0 5 0,-5-5 0,3 5 0,-2-6 0,3 0 0,1 0 0,0 2 0,0 2 0,0-8 0,0 9 0,0-11 0,0 6 0,0 1 0,0-1 0,0-5 0,0-2 0,0 0 0,0-3 0,0 3 0,0-5 0,0 0 0,0 6 0,0-5 0,0 6 0,0-3 0,0-3 0,0 10 0,0-10 0,0 5 0,0-6 0,0 0 0,5 0 0,2 0 0,5 0 0,0 0 0,0-4 0,1 0 0,-1 0 0,0 4 0,0 0 0,0 0 0,1-2 0,-1-2 0,0 3 0,0-5 0,0 6 0,-4 0 0,1 0 0,-5 0 0,4 0-181,-6 0 0,5 0-326,-3 0-30,-2 0-83,3 0-259,-5 0-351,0 0 451,5 0-159,-3 0 232,3 0-980,-5 0-546,0 0 1,-5 0-1,-2 0 1</inkml:trace>
  <inkml:trace contextRef="#ctx0" brushRef="#br0" timeOffset="580">390 536 7928,'-6'0'3098,"0"0"-2152,6 0 2020,0 0 0,6 0-1204,2 0-1265,3 0 0,1 0-158,0 0 1,0-4-129,0 0 1,-4 0-298,1 4 0,-1-1 106,4-3 1,0 2-975,0-2 0,-4-1 293,0 1 277,-5 0-2544,8 4 1839,-10-6 1,6 5-1873,-3-3 1643,-2 3 559,3 1 759,-5 0 0,0-6 0,0-1 0</inkml:trace>
  <inkml:trace contextRef="#ctx0" brushRef="#br0" timeOffset="917">476 354 7757,'-7'0'1833,"2"0"-1377,5 0 228,0 0 719,0 5-877,0-4 1,4 6 76,0-3 381,0-2-227,1 8-185,-4-3 711,10 5-784,-9 0 0,3 1 1258,-5-1-1206,0 0 0,0 0-62,0 0 1,0 2 30,0 2 1,0-2 94,0 2-376,0 3 1,0-6 106,0 4-713,0-9 319,0 3 1,1-6-1147,3 3 604,-2 3-447,3-10-194,1 10 0,-4-10-360,6 3 639,-5-2 376,8-2-1300,-4 0 1202,0 0 1,2-2-44,-5-2 717,6 3 0,-4-15 0,7 2 0</inkml:trace>
  <inkml:trace contextRef="#ctx0" brushRef="#br0" timeOffset="1473">829 98 7949,'0'-7'1940,"0"-4"-1252,0 10-157,0-5 162,0 6 3465,0 0-3749,-6 0-155,5 6 0,-10 2 696,3 8 0,-3-1-426,-1 5 1,0 2 282,0 6 0,0 0-299,-1 4 0,1-4 226,0 5 1,4-6-298,0 1 0,5-1-45,-1 2 0,3-7-215,1 2 0,4-2-41,0 2 1,5-4-553,-1 0 1,3-5 325,1 2 0,1-4-1183,-1-1 0,-4-5-85,0-3-537,0 3 0,4-6 7,1 3 785,-1-2 0,0-2-4,0 0 0,-4 0 1107,0 0 0,0-6 0,5-1 0</inkml:trace>
  <inkml:trace contextRef="#ctx0" brushRef="#br0" timeOffset="2089">951 232 8212,'0'-12'1376,"0"5"-1347,0-4 0,1 8 1766,3-5-834,3 5-575,0-7 1,3 4 244,-1-2-472,1 3 1,3 1-4,-1 0-4,0 0 1,0 4-82,0 0 0,-4 0 75,1 0 1,-5 4 18,4 0 0,-6 5-11,2-1 0,2 3 110,-2 1-166,0 0 1,-4 1 244,0-1-133,0 0 1,-5 0 15,-4 0-40,-1 0 1,-3 1-487,1-1 253,6-5-188,-5 3 171,9-8 1,-4 3-556,1-5 401,4 0 1,-4 2-244,5 2-61,0-3 222,0 4 727,5 1-316,2-5 1,5 9-154,0-6 506,0 0-333,1 1 0,-1-3 40,0 2 0,0 1 29,0-1 0,-1 1 129,-3 0 126,3-4-192,-10 10 1,9-9 563,-6 7-202,0-7 532,-4 9-763,0-4 0,-5 4 196,-3-3-164,-3 3-189,-1-5 0,-5 2 58,1 1-239,0-7 34,4 4 0,-1-2-1079,1 0 532,0 0 343,0-4-2824,0 0 1443,0 0 517,-1 0-2707,7 0 1744,0-6 1941,6 5 0,-5-15 0,-2 2 0</inkml:trace>
  <inkml:trace contextRef="#ctx0" brushRef="#br0" timeOffset="2444">1194 73 7677,'0'-6'4674,"2"0"-2274,2 6-1336,2 0-436,7 6 332,4 0-575,-3 1 0,5 8 242,-3-3-43,-3 3-293,5 3 1,-6 1-49,0 5 0,-1 0-25,-3 1 1,3-1 958,-3 0-755,-2 6 0,3-3 1430,-5 6 1,0-6-299,-4 1-1053,0-2-501,-5-2 0,-2 6 0,-5-4 0,0 2 0,0-7-47,-1 2 0,1-10 79,0 3-2727,0-2 1729,0-2 1,4-4-3950,-1 0 3409,7-5 1,-4 4 1505,6-3 0,-5-3 0,-2 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829EB0-F261-4620-A1CB-A6ED97A8DEE8}" type="datetimeFigureOut">
              <a:rPr lang="en-US" smtClean="0"/>
              <a:t>2/9/24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EC429-FD47-4A79-95B5-CFD4765B5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2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CC5991-D650-7C42-B409-460843CD66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71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CC5991-D650-7C42-B409-460843CD661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80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1A20F-92EB-9928-1285-EEA48F3B0A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84D7D1-D266-B909-8882-B7D39F425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498FA-12FA-0F9A-19E8-FE09C7FE7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3D76-C464-462D-9CEC-1FCE8D40401E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DEA81-D28D-E22F-4E19-DF8D651E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D0A86-3762-A406-DEC6-F15B9FE8C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A6CDB-EFC9-4D7D-97CD-925AA4EE4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533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5850A-E3C0-9D55-FCBF-F6DC800F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C43D5-11D3-8748-F335-1B5920229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29654-2098-FC58-4DA9-7E9EB5AF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3D76-C464-462D-9CEC-1FCE8D40401E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EAAF9-ADE7-A7AF-37FE-1F8AC8CCF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4B267-1FBA-5D53-BAE8-8AE0D67C6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A6CDB-EFC9-4D7D-97CD-925AA4EE4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7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AC898-CBBD-CDB5-5404-2DD5C1F74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0012D-D16D-2C96-4ED9-3193231B8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51751-F44B-F80C-F1A5-00A2641F2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3D76-C464-462D-9CEC-1FCE8D40401E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4D5CF-0761-D42C-4005-3A8F8F5F1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F8392-1C31-53C1-E85F-EADD5EC90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A6CDB-EFC9-4D7D-97CD-925AA4EE4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1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49305-301E-3607-19DE-776FE4049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D160C-3AA1-01A8-1E3B-C2C9D1A682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21027-E744-71E7-EF8D-0530B38CA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12706-6120-D8C1-CC56-4FA3A203E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3D76-C464-462D-9CEC-1FCE8D40401E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3DA5F-1397-B69F-1B32-12A777F72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1914F-B0B7-DDD0-01BF-A8C256923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A6CDB-EFC9-4D7D-97CD-925AA4EE4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832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993F2-C551-4DE1-59CE-9F25088FB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47278-5BEE-E6B4-F810-234EDD206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9B310-350A-2FC0-CE3B-95D298492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395DDE-DA7F-AA88-AB9C-E3FEFAC173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F2B35-E811-40D0-1EFF-3E2B501CD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336D70-44DB-BCA0-7C0C-1AAD3510D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3D76-C464-462D-9CEC-1FCE8D40401E}" type="datetimeFigureOut">
              <a:rPr lang="en-US" smtClean="0"/>
              <a:t>2/9/24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0BAC3E-A5D4-24C0-4BC1-9ED8925F1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D003DD-738E-AAB7-1C54-87C77D1D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A6CDB-EFC9-4D7D-97CD-925AA4EE4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960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A8A19-E010-2E9E-017E-BBA55FED0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AEFBCF-D8E1-EEDD-8E54-4A8DADFCA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3D76-C464-462D-9CEC-1FCE8D40401E}" type="datetimeFigureOut">
              <a:rPr lang="en-US" smtClean="0"/>
              <a:t>2/9/24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6DF001-2FBB-59A2-CB53-20FF26B16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FCA14-9AFC-3F3E-3DFE-7E2BBECDB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A6CDB-EFC9-4D7D-97CD-925AA4EE4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F7BB6D-CBB2-6BA5-8AFA-5F9942A82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3D76-C464-462D-9CEC-1FCE8D40401E}" type="datetimeFigureOut">
              <a:rPr lang="en-US" smtClean="0"/>
              <a:t>2/9/24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5E5A24-687D-0127-F2CA-96EB5C6F6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4C80F-7DDD-7EEC-8434-41D9BF1CD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A6CDB-EFC9-4D7D-97CD-925AA4EE4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990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54741-6AA5-0B79-FF9F-2E9DB3956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74A75-364B-A75F-6658-9311C496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59E31-F250-4DD8-FB21-42331C050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0A489-AAFF-E3BA-DD45-CFED844CB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3D76-C464-462D-9CEC-1FCE8D40401E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B9F2E-713C-5544-1AB9-5E077D2FE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EAEFC-A2CD-5FB0-D618-9E56A054E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A6CDB-EFC9-4D7D-97CD-925AA4EE4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375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85D2-AACA-B07B-ED28-DF4949B1A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B06ECD-93CA-B31D-4188-5455782317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CF3614-2312-C8F6-2509-308A5C8F4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127E83-87EC-C827-788B-748AB4194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3D76-C464-462D-9CEC-1FCE8D40401E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6A35F-9020-FF3F-3971-80F35857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DEF56-5282-E2FC-15C4-5F9600649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A6CDB-EFC9-4D7D-97CD-925AA4EE4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836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9B486-DC66-494A-7BD3-658898111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825B40-2365-64D9-BBEF-B0E280D97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751B9-D428-8E18-D67B-A5CDC69DE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3D76-C464-462D-9CEC-1FCE8D40401E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98B0A-9839-0D81-0C87-3EA27AA73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E0FCA-8101-EB14-4E57-08DD6EC6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A6CDB-EFC9-4D7D-97CD-925AA4EE4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064FF0-2DA7-0EA4-FA3D-E8A216D0E5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12BB9-F6D9-4120-B321-FE87D56CD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8F57E-0EC3-2A80-382A-990561FE6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3D76-C464-462D-9CEC-1FCE8D40401E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3F871-74E8-A43D-32E3-3012B962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4353C-4FE6-46F7-E2FF-7B7CD01AF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A6CDB-EFC9-4D7D-97CD-925AA4EE4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9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25D6A1-4E00-0B09-665B-D997DF119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0BD69-A8B1-4FB6-2CB1-22B698CCD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A0456-1CAE-877F-F3FB-346836B16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8B3D76-C464-462D-9CEC-1FCE8D40401E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4A1A6-BEBD-3238-7642-C52D3407BD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DFD47-F186-6B67-A33C-17259C12A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3A6CDB-EFC9-4D7D-97CD-925AA4EE4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60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57.png"/><Relationship Id="rId63" Type="http://schemas.openxmlformats.org/officeDocument/2006/relationships/customXml" Target="../ink/ink31.xml"/><Relationship Id="rId84" Type="http://schemas.openxmlformats.org/officeDocument/2006/relationships/image" Target="../media/image137.png"/><Relationship Id="rId138" Type="http://schemas.openxmlformats.org/officeDocument/2006/relationships/image" Target="../media/image173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51.png"/><Relationship Id="rId53" Type="http://schemas.openxmlformats.org/officeDocument/2006/relationships/customXml" Target="../ink/ink26.xml"/><Relationship Id="rId74" Type="http://schemas.openxmlformats.org/officeDocument/2006/relationships/image" Target="../media/image132.png"/><Relationship Id="rId128" Type="http://schemas.openxmlformats.org/officeDocument/2006/relationships/image" Target="../media/image168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22" Type="http://schemas.openxmlformats.org/officeDocument/2006/relationships/image" Target="../media/image46.png"/><Relationship Id="rId43" Type="http://schemas.openxmlformats.org/officeDocument/2006/relationships/customXml" Target="../ink/ink21.xml"/><Relationship Id="rId64" Type="http://schemas.openxmlformats.org/officeDocument/2006/relationships/image" Target="../media/image127.png"/><Relationship Id="rId118" Type="http://schemas.openxmlformats.org/officeDocument/2006/relationships/image" Target="../media/image163.png"/><Relationship Id="rId139" Type="http://schemas.openxmlformats.org/officeDocument/2006/relationships/customXml" Target="../ink/ink69.xml"/><Relationship Id="rId80" Type="http://schemas.openxmlformats.org/officeDocument/2006/relationships/image" Target="../media/image135.png"/><Relationship Id="rId85" Type="http://schemas.openxmlformats.org/officeDocument/2006/relationships/customXml" Target="../ink/ink42.xml"/><Relationship Id="rId150" Type="http://schemas.openxmlformats.org/officeDocument/2006/relationships/image" Target="../media/image179.png"/><Relationship Id="rId155" Type="http://schemas.openxmlformats.org/officeDocument/2006/relationships/customXml" Target="../ink/ink77.xml"/><Relationship Id="rId12" Type="http://schemas.openxmlformats.org/officeDocument/2006/relationships/image" Target="../media/image147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54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158.png"/><Relationship Id="rId124" Type="http://schemas.openxmlformats.org/officeDocument/2006/relationships/image" Target="../media/image166.png"/><Relationship Id="rId129" Type="http://schemas.openxmlformats.org/officeDocument/2006/relationships/customXml" Target="../ink/ink64.xml"/><Relationship Id="rId54" Type="http://schemas.openxmlformats.org/officeDocument/2006/relationships/image" Target="../media/image81.png"/><Relationship Id="rId70" Type="http://schemas.openxmlformats.org/officeDocument/2006/relationships/image" Target="../media/image130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143.png"/><Relationship Id="rId140" Type="http://schemas.openxmlformats.org/officeDocument/2006/relationships/image" Target="../media/image174.png"/><Relationship Id="rId145" Type="http://schemas.openxmlformats.org/officeDocument/2006/relationships/customXml" Target="../ink/ink7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23" Type="http://schemas.openxmlformats.org/officeDocument/2006/relationships/customXml" Target="../ink/ink11.xml"/><Relationship Id="rId28" Type="http://schemas.openxmlformats.org/officeDocument/2006/relationships/image" Target="../media/image149.png"/><Relationship Id="rId49" Type="http://schemas.openxmlformats.org/officeDocument/2006/relationships/customXml" Target="../ink/ink24.xml"/><Relationship Id="rId114" Type="http://schemas.openxmlformats.org/officeDocument/2006/relationships/image" Target="../media/image161.png"/><Relationship Id="rId119" Type="http://schemas.openxmlformats.org/officeDocument/2006/relationships/customXml" Target="../ink/ink59.xml"/><Relationship Id="rId44" Type="http://schemas.openxmlformats.org/officeDocument/2006/relationships/image" Target="../media/image58.png"/><Relationship Id="rId60" Type="http://schemas.openxmlformats.org/officeDocument/2006/relationships/image" Target="../media/image125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152.png"/><Relationship Id="rId130" Type="http://schemas.openxmlformats.org/officeDocument/2006/relationships/image" Target="../media/image169.png"/><Relationship Id="rId135" Type="http://schemas.openxmlformats.org/officeDocument/2006/relationships/customXml" Target="../ink/ink67.xml"/><Relationship Id="rId151" Type="http://schemas.openxmlformats.org/officeDocument/2006/relationships/customXml" Target="../ink/ink75.xml"/><Relationship Id="rId156" Type="http://schemas.openxmlformats.org/officeDocument/2006/relationships/customXml" Target="../ink/ink78.xml"/><Relationship Id="rId13" Type="http://schemas.openxmlformats.org/officeDocument/2006/relationships/customXml" Target="../ink/ink6.xml"/><Relationship Id="rId18" Type="http://schemas.openxmlformats.org/officeDocument/2006/relationships/image" Target="../media/image44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52.png"/><Relationship Id="rId50" Type="http://schemas.openxmlformats.org/officeDocument/2006/relationships/image" Target="../media/image61.png"/><Relationship Id="rId55" Type="http://schemas.openxmlformats.org/officeDocument/2006/relationships/customXml" Target="../ink/ink27.xml"/><Relationship Id="rId76" Type="http://schemas.openxmlformats.org/officeDocument/2006/relationships/image" Target="../media/image133.png"/><Relationship Id="rId97" Type="http://schemas.openxmlformats.org/officeDocument/2006/relationships/customXml" Target="../ink/ink48.xml"/><Relationship Id="rId104" Type="http://schemas.openxmlformats.org/officeDocument/2006/relationships/image" Target="../media/image156.png"/><Relationship Id="rId120" Type="http://schemas.openxmlformats.org/officeDocument/2006/relationships/image" Target="../media/image164.png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146" Type="http://schemas.openxmlformats.org/officeDocument/2006/relationships/image" Target="../media/image177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141.png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14.xml"/><Relationship Id="rId24" Type="http://schemas.openxmlformats.org/officeDocument/2006/relationships/image" Target="../media/image47.png"/><Relationship Id="rId40" Type="http://schemas.openxmlformats.org/officeDocument/2006/relationships/image" Target="../media/image55.png"/><Relationship Id="rId45" Type="http://schemas.openxmlformats.org/officeDocument/2006/relationships/customXml" Target="../ink/ink22.xml"/><Relationship Id="rId66" Type="http://schemas.openxmlformats.org/officeDocument/2006/relationships/image" Target="../media/image128.png"/><Relationship Id="rId87" Type="http://schemas.openxmlformats.org/officeDocument/2006/relationships/customXml" Target="../ink/ink43.xml"/><Relationship Id="rId110" Type="http://schemas.openxmlformats.org/officeDocument/2006/relationships/image" Target="../media/image159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172.png"/><Relationship Id="rId157" Type="http://schemas.openxmlformats.org/officeDocument/2006/relationships/customXml" Target="../ink/ink79.xml"/><Relationship Id="rId61" Type="http://schemas.openxmlformats.org/officeDocument/2006/relationships/customXml" Target="../ink/ink30.xml"/><Relationship Id="rId82" Type="http://schemas.openxmlformats.org/officeDocument/2006/relationships/image" Target="../media/image136.png"/><Relationship Id="rId152" Type="http://schemas.openxmlformats.org/officeDocument/2006/relationships/image" Target="../media/image180.png"/><Relationship Id="rId19" Type="http://schemas.openxmlformats.org/officeDocument/2006/relationships/customXml" Target="../ink/ink9.xml"/><Relationship Id="rId14" Type="http://schemas.openxmlformats.org/officeDocument/2006/relationships/image" Target="../media/image148.png"/><Relationship Id="rId30" Type="http://schemas.openxmlformats.org/officeDocument/2006/relationships/image" Target="../media/image150.png"/><Relationship Id="rId35" Type="http://schemas.openxmlformats.org/officeDocument/2006/relationships/customXml" Target="../ink/ink17.xml"/><Relationship Id="rId56" Type="http://schemas.openxmlformats.org/officeDocument/2006/relationships/image" Target="../media/image123.png"/><Relationship Id="rId77" Type="http://schemas.openxmlformats.org/officeDocument/2006/relationships/customXml" Target="../ink/ink38.xml"/><Relationship Id="rId100" Type="http://schemas.openxmlformats.org/officeDocument/2006/relationships/image" Target="../media/image154.png"/><Relationship Id="rId105" Type="http://schemas.openxmlformats.org/officeDocument/2006/relationships/customXml" Target="../ink/ink52.xml"/><Relationship Id="rId126" Type="http://schemas.openxmlformats.org/officeDocument/2006/relationships/image" Target="../media/image167.png"/><Relationship Id="rId147" Type="http://schemas.openxmlformats.org/officeDocument/2006/relationships/customXml" Target="../ink/ink73.xml"/><Relationship Id="rId8" Type="http://schemas.openxmlformats.org/officeDocument/2006/relationships/image" Target="../media/image39.png"/><Relationship Id="rId51" Type="http://schemas.openxmlformats.org/officeDocument/2006/relationships/customXml" Target="../ink/ink25.xml"/><Relationship Id="rId72" Type="http://schemas.openxmlformats.org/officeDocument/2006/relationships/image" Target="../media/image151.png"/><Relationship Id="rId93" Type="http://schemas.openxmlformats.org/officeDocument/2006/relationships/customXml" Target="../ink/ink46.xml"/><Relationship Id="rId98" Type="http://schemas.openxmlformats.org/officeDocument/2006/relationships/image" Target="../media/image153.png"/><Relationship Id="rId121" Type="http://schemas.openxmlformats.org/officeDocument/2006/relationships/customXml" Target="../ink/ink60.xml"/><Relationship Id="rId142" Type="http://schemas.openxmlformats.org/officeDocument/2006/relationships/image" Target="../media/image175.png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59.png"/><Relationship Id="rId67" Type="http://schemas.openxmlformats.org/officeDocument/2006/relationships/customXml" Target="../ink/ink33.xml"/><Relationship Id="rId116" Type="http://schemas.openxmlformats.org/officeDocument/2006/relationships/image" Target="../media/image162.png"/><Relationship Id="rId137" Type="http://schemas.openxmlformats.org/officeDocument/2006/relationships/customXml" Target="../ink/ink68.xml"/><Relationship Id="rId158" Type="http://schemas.openxmlformats.org/officeDocument/2006/relationships/customXml" Target="../ink/ink80.xml"/><Relationship Id="rId20" Type="http://schemas.openxmlformats.org/officeDocument/2006/relationships/image" Target="../media/image45.png"/><Relationship Id="rId41" Type="http://schemas.openxmlformats.org/officeDocument/2006/relationships/customXml" Target="../ink/ink20.xml"/><Relationship Id="rId62" Type="http://schemas.openxmlformats.org/officeDocument/2006/relationships/image" Target="../media/image126.png"/><Relationship Id="rId83" Type="http://schemas.openxmlformats.org/officeDocument/2006/relationships/customXml" Target="../ink/ink41.xml"/><Relationship Id="rId88" Type="http://schemas.openxmlformats.org/officeDocument/2006/relationships/image" Target="../media/image139.png"/><Relationship Id="rId111" Type="http://schemas.openxmlformats.org/officeDocument/2006/relationships/customXml" Target="../ink/ink55.xml"/><Relationship Id="rId132" Type="http://schemas.openxmlformats.org/officeDocument/2006/relationships/image" Target="../media/image170.png"/><Relationship Id="rId153" Type="http://schemas.openxmlformats.org/officeDocument/2006/relationships/customXml" Target="../ink/ink76.xml"/><Relationship Id="rId15" Type="http://schemas.openxmlformats.org/officeDocument/2006/relationships/customXml" Target="../ink/ink7.xml"/><Relationship Id="rId36" Type="http://schemas.openxmlformats.org/officeDocument/2006/relationships/image" Target="../media/image53.png"/><Relationship Id="rId57" Type="http://schemas.openxmlformats.org/officeDocument/2006/relationships/customXml" Target="../ink/ink28.xml"/><Relationship Id="rId106" Type="http://schemas.openxmlformats.org/officeDocument/2006/relationships/image" Target="../media/image157.png"/><Relationship Id="rId127" Type="http://schemas.openxmlformats.org/officeDocument/2006/relationships/customXml" Target="../ink/ink63.xml"/><Relationship Id="rId10" Type="http://schemas.openxmlformats.org/officeDocument/2006/relationships/image" Target="../media/image146.png"/><Relationship Id="rId31" Type="http://schemas.openxmlformats.org/officeDocument/2006/relationships/customXml" Target="../ink/ink15.xml"/><Relationship Id="rId52" Type="http://schemas.openxmlformats.org/officeDocument/2006/relationships/image" Target="../media/image80.png"/><Relationship Id="rId73" Type="http://schemas.openxmlformats.org/officeDocument/2006/relationships/customXml" Target="../ink/ink36.xml"/><Relationship Id="rId78" Type="http://schemas.openxmlformats.org/officeDocument/2006/relationships/image" Target="../media/image134.png"/><Relationship Id="rId94" Type="http://schemas.openxmlformats.org/officeDocument/2006/relationships/image" Target="../media/image142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165.png"/><Relationship Id="rId143" Type="http://schemas.openxmlformats.org/officeDocument/2006/relationships/customXml" Target="../ink/ink71.xml"/><Relationship Id="rId148" Type="http://schemas.openxmlformats.org/officeDocument/2006/relationships/image" Target="../media/image178.png"/><Relationship Id="rId4" Type="http://schemas.openxmlformats.org/officeDocument/2006/relationships/image" Target="../media/image37.png"/><Relationship Id="rId9" Type="http://schemas.openxmlformats.org/officeDocument/2006/relationships/customXml" Target="../ink/ink4.xml"/><Relationship Id="rId26" Type="http://schemas.openxmlformats.org/officeDocument/2006/relationships/image" Target="../media/image48.png"/><Relationship Id="rId47" Type="http://schemas.openxmlformats.org/officeDocument/2006/relationships/customXml" Target="../ink/ink23.xml"/><Relationship Id="rId68" Type="http://schemas.openxmlformats.org/officeDocument/2006/relationships/image" Target="../media/image129.png"/><Relationship Id="rId89" Type="http://schemas.openxmlformats.org/officeDocument/2006/relationships/customXml" Target="../ink/ink44.xml"/><Relationship Id="rId112" Type="http://schemas.openxmlformats.org/officeDocument/2006/relationships/image" Target="../media/image160.png"/><Relationship Id="rId133" Type="http://schemas.openxmlformats.org/officeDocument/2006/relationships/customXml" Target="../ink/ink66.xml"/><Relationship Id="rId154" Type="http://schemas.openxmlformats.org/officeDocument/2006/relationships/image" Target="../media/image181.png"/><Relationship Id="rId16" Type="http://schemas.openxmlformats.org/officeDocument/2006/relationships/image" Target="../media/image43.png"/><Relationship Id="rId37" Type="http://schemas.openxmlformats.org/officeDocument/2006/relationships/customXml" Target="../ink/ink18.xml"/><Relationship Id="rId58" Type="http://schemas.openxmlformats.org/officeDocument/2006/relationships/image" Target="../media/image124.png"/><Relationship Id="rId79" Type="http://schemas.openxmlformats.org/officeDocument/2006/relationships/customXml" Target="../ink/ink39.xml"/><Relationship Id="rId102" Type="http://schemas.openxmlformats.org/officeDocument/2006/relationships/image" Target="../media/image155.png"/><Relationship Id="rId123" Type="http://schemas.openxmlformats.org/officeDocument/2006/relationships/customXml" Target="../ink/ink61.xml"/><Relationship Id="rId144" Type="http://schemas.openxmlformats.org/officeDocument/2006/relationships/image" Target="../media/image176.png"/><Relationship Id="rId90" Type="http://schemas.openxmlformats.org/officeDocument/2006/relationships/image" Target="../media/image140.png"/><Relationship Id="rId27" Type="http://schemas.openxmlformats.org/officeDocument/2006/relationships/customXml" Target="../ink/ink13.xml"/><Relationship Id="rId48" Type="http://schemas.openxmlformats.org/officeDocument/2006/relationships/image" Target="../media/image60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171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9.png"/><Relationship Id="rId21" Type="http://schemas.openxmlformats.org/officeDocument/2006/relationships/customXml" Target="../ink/ink90.xml"/><Relationship Id="rId42" Type="http://schemas.openxmlformats.org/officeDocument/2006/relationships/image" Target="../media/image137.png"/><Relationship Id="rId47" Type="http://schemas.openxmlformats.org/officeDocument/2006/relationships/customXml" Target="../ink/ink103.xml"/><Relationship Id="rId63" Type="http://schemas.openxmlformats.org/officeDocument/2006/relationships/customXml" Target="../ink/ink111.xml"/><Relationship Id="rId68" Type="http://schemas.openxmlformats.org/officeDocument/2006/relationships/image" Target="../media/image290.png"/><Relationship Id="rId84" Type="http://schemas.openxmlformats.org/officeDocument/2006/relationships/image" Target="../media/image9.png"/><Relationship Id="rId89" Type="http://schemas.openxmlformats.org/officeDocument/2006/relationships/image" Target="../media/image11.png"/><Relationship Id="rId16" Type="http://schemas.openxmlformats.org/officeDocument/2006/relationships/image" Target="../media/image150.png"/><Relationship Id="rId11" Type="http://schemas.openxmlformats.org/officeDocument/2006/relationships/customXml" Target="../ink/ink85.xml"/><Relationship Id="rId32" Type="http://schemas.openxmlformats.org/officeDocument/2006/relationships/image" Target="../media/image132.png"/><Relationship Id="rId37" Type="http://schemas.openxmlformats.org/officeDocument/2006/relationships/customXml" Target="../ink/ink98.xml"/><Relationship Id="rId53" Type="http://schemas.openxmlformats.org/officeDocument/2006/relationships/customXml" Target="../ink/ink106.xml"/><Relationship Id="rId58" Type="http://schemas.openxmlformats.org/officeDocument/2006/relationships/image" Target="../media/image4.png"/><Relationship Id="rId74" Type="http://schemas.openxmlformats.org/officeDocument/2006/relationships/image" Target="../media/image293.png"/><Relationship Id="rId79" Type="http://schemas.openxmlformats.org/officeDocument/2006/relationships/customXml" Target="../ink/ink119.xml"/><Relationship Id="rId102" Type="http://schemas.openxmlformats.org/officeDocument/2006/relationships/customXml" Target="../ink/ink131.xml"/><Relationship Id="rId5" Type="http://schemas.openxmlformats.org/officeDocument/2006/relationships/customXml" Target="../ink/ink82.xml"/><Relationship Id="rId90" Type="http://schemas.openxmlformats.org/officeDocument/2006/relationships/customXml" Target="../ink/ink125.xml"/><Relationship Id="rId95" Type="http://schemas.openxmlformats.org/officeDocument/2006/relationships/image" Target="../media/image14.png"/><Relationship Id="rId22" Type="http://schemas.openxmlformats.org/officeDocument/2006/relationships/image" Target="../media/image127.png"/><Relationship Id="rId27" Type="http://schemas.openxmlformats.org/officeDocument/2006/relationships/customXml" Target="../ink/ink93.xml"/><Relationship Id="rId43" Type="http://schemas.openxmlformats.org/officeDocument/2006/relationships/customXml" Target="../ink/ink101.xml"/><Relationship Id="rId48" Type="http://schemas.openxmlformats.org/officeDocument/2006/relationships/image" Target="../media/image153.png"/><Relationship Id="rId64" Type="http://schemas.openxmlformats.org/officeDocument/2006/relationships/image" Target="../media/image7.png"/><Relationship Id="rId69" Type="http://schemas.openxmlformats.org/officeDocument/2006/relationships/customXml" Target="../ink/ink114.xml"/><Relationship Id="rId80" Type="http://schemas.openxmlformats.org/officeDocument/2006/relationships/image" Target="../media/image296.png"/><Relationship Id="rId85" Type="http://schemas.openxmlformats.org/officeDocument/2006/relationships/customXml" Target="../ink/ink122.xml"/><Relationship Id="rId12" Type="http://schemas.openxmlformats.org/officeDocument/2006/relationships/image" Target="../media/image303.png"/><Relationship Id="rId17" Type="http://schemas.openxmlformats.org/officeDocument/2006/relationships/customXml" Target="../ink/ink88.xml"/><Relationship Id="rId25" Type="http://schemas.openxmlformats.org/officeDocument/2006/relationships/customXml" Target="../ink/ink92.xml"/><Relationship Id="rId33" Type="http://schemas.openxmlformats.org/officeDocument/2006/relationships/customXml" Target="../ink/ink96.xml"/><Relationship Id="rId38" Type="http://schemas.openxmlformats.org/officeDocument/2006/relationships/image" Target="../media/image135.png"/><Relationship Id="rId46" Type="http://schemas.openxmlformats.org/officeDocument/2006/relationships/image" Target="../media/image143.png"/><Relationship Id="rId59" Type="http://schemas.openxmlformats.org/officeDocument/2006/relationships/customXml" Target="../ink/ink109.xml"/><Relationship Id="rId67" Type="http://schemas.openxmlformats.org/officeDocument/2006/relationships/customXml" Target="../ink/ink113.xml"/><Relationship Id="rId103" Type="http://schemas.openxmlformats.org/officeDocument/2006/relationships/image" Target="../media/image18.png"/><Relationship Id="rId20" Type="http://schemas.openxmlformats.org/officeDocument/2006/relationships/image" Target="../media/image81.png"/><Relationship Id="rId41" Type="http://schemas.openxmlformats.org/officeDocument/2006/relationships/customXml" Target="../ink/ink100.xml"/><Relationship Id="rId54" Type="http://schemas.openxmlformats.org/officeDocument/2006/relationships/image" Target="../media/image2.png"/><Relationship Id="rId62" Type="http://schemas.openxmlformats.org/officeDocument/2006/relationships/image" Target="../media/image6.png"/><Relationship Id="rId70" Type="http://schemas.openxmlformats.org/officeDocument/2006/relationships/image" Target="../media/image291.png"/><Relationship Id="rId75" Type="http://schemas.openxmlformats.org/officeDocument/2006/relationships/customXml" Target="../ink/ink117.xml"/><Relationship Id="rId83" Type="http://schemas.openxmlformats.org/officeDocument/2006/relationships/customXml" Target="../ink/ink121.xml"/><Relationship Id="rId88" Type="http://schemas.openxmlformats.org/officeDocument/2006/relationships/customXml" Target="../ink/ink124.xml"/><Relationship Id="rId91" Type="http://schemas.openxmlformats.org/officeDocument/2006/relationships/image" Target="../media/image12.png"/><Relationship Id="rId96" Type="http://schemas.openxmlformats.org/officeDocument/2006/relationships/customXml" Target="../ink/ink1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0.png"/><Relationship Id="rId15" Type="http://schemas.openxmlformats.org/officeDocument/2006/relationships/customXml" Target="../ink/ink87.xml"/><Relationship Id="rId23" Type="http://schemas.openxmlformats.org/officeDocument/2006/relationships/customXml" Target="../ink/ink91.xml"/><Relationship Id="rId28" Type="http://schemas.openxmlformats.org/officeDocument/2006/relationships/image" Target="../media/image130.png"/><Relationship Id="rId36" Type="http://schemas.openxmlformats.org/officeDocument/2006/relationships/image" Target="../media/image134.png"/><Relationship Id="rId49" Type="http://schemas.openxmlformats.org/officeDocument/2006/relationships/customXml" Target="../ink/ink104.xml"/><Relationship Id="rId57" Type="http://schemas.openxmlformats.org/officeDocument/2006/relationships/customXml" Target="../ink/ink108.xml"/><Relationship Id="rId10" Type="http://schemas.openxmlformats.org/officeDocument/2006/relationships/image" Target="../media/image302.png"/><Relationship Id="rId31" Type="http://schemas.openxmlformats.org/officeDocument/2006/relationships/customXml" Target="../ink/ink95.xml"/><Relationship Id="rId44" Type="http://schemas.openxmlformats.org/officeDocument/2006/relationships/image" Target="../media/image289.png"/><Relationship Id="rId52" Type="http://schemas.openxmlformats.org/officeDocument/2006/relationships/image" Target="../media/image1.png"/><Relationship Id="rId60" Type="http://schemas.openxmlformats.org/officeDocument/2006/relationships/image" Target="../media/image5.png"/><Relationship Id="rId65" Type="http://schemas.openxmlformats.org/officeDocument/2006/relationships/customXml" Target="../ink/ink112.xml"/><Relationship Id="rId73" Type="http://schemas.openxmlformats.org/officeDocument/2006/relationships/customXml" Target="../ink/ink116.xml"/><Relationship Id="rId78" Type="http://schemas.openxmlformats.org/officeDocument/2006/relationships/image" Target="../media/image295.png"/><Relationship Id="rId81" Type="http://schemas.openxmlformats.org/officeDocument/2006/relationships/customXml" Target="../ink/ink120.xml"/><Relationship Id="rId86" Type="http://schemas.openxmlformats.org/officeDocument/2006/relationships/image" Target="../media/image10.png"/><Relationship Id="rId94" Type="http://schemas.openxmlformats.org/officeDocument/2006/relationships/customXml" Target="../ink/ink127.xml"/><Relationship Id="rId99" Type="http://schemas.openxmlformats.org/officeDocument/2006/relationships/image" Target="../media/image16.png"/><Relationship Id="rId101" Type="http://schemas.openxmlformats.org/officeDocument/2006/relationships/image" Target="../media/image17.png"/><Relationship Id="rId4" Type="http://schemas.openxmlformats.org/officeDocument/2006/relationships/image" Target="../media/image299.png"/><Relationship Id="rId9" Type="http://schemas.openxmlformats.org/officeDocument/2006/relationships/customXml" Target="../ink/ink84.xml"/><Relationship Id="rId13" Type="http://schemas.openxmlformats.org/officeDocument/2006/relationships/customXml" Target="../ink/ink86.xml"/><Relationship Id="rId18" Type="http://schemas.openxmlformats.org/officeDocument/2006/relationships/image" Target="../media/image80.png"/><Relationship Id="rId39" Type="http://schemas.openxmlformats.org/officeDocument/2006/relationships/customXml" Target="../ink/ink99.xml"/><Relationship Id="rId34" Type="http://schemas.openxmlformats.org/officeDocument/2006/relationships/image" Target="../media/image133.png"/><Relationship Id="rId50" Type="http://schemas.openxmlformats.org/officeDocument/2006/relationships/image" Target="../media/image126.png"/><Relationship Id="rId55" Type="http://schemas.openxmlformats.org/officeDocument/2006/relationships/customXml" Target="../ink/ink107.xml"/><Relationship Id="rId76" Type="http://schemas.openxmlformats.org/officeDocument/2006/relationships/image" Target="../media/image294.png"/><Relationship Id="rId97" Type="http://schemas.openxmlformats.org/officeDocument/2006/relationships/image" Target="../media/image15.png"/><Relationship Id="rId7" Type="http://schemas.openxmlformats.org/officeDocument/2006/relationships/customXml" Target="../ink/ink83.xml"/><Relationship Id="rId71" Type="http://schemas.openxmlformats.org/officeDocument/2006/relationships/customXml" Target="../ink/ink115.xml"/><Relationship Id="rId92" Type="http://schemas.openxmlformats.org/officeDocument/2006/relationships/customXml" Target="../ink/ink126.xml"/><Relationship Id="rId2" Type="http://schemas.openxmlformats.org/officeDocument/2006/relationships/notesSlide" Target="../notesSlides/notesSlide2.xml"/><Relationship Id="rId29" Type="http://schemas.openxmlformats.org/officeDocument/2006/relationships/customXml" Target="../ink/ink94.xml"/><Relationship Id="rId24" Type="http://schemas.openxmlformats.org/officeDocument/2006/relationships/image" Target="../media/image128.png"/><Relationship Id="rId40" Type="http://schemas.openxmlformats.org/officeDocument/2006/relationships/image" Target="../media/image136.png"/><Relationship Id="rId45" Type="http://schemas.openxmlformats.org/officeDocument/2006/relationships/customXml" Target="../ink/ink102.xml"/><Relationship Id="rId66" Type="http://schemas.openxmlformats.org/officeDocument/2006/relationships/image" Target="../media/image8.png"/><Relationship Id="rId87" Type="http://schemas.openxmlformats.org/officeDocument/2006/relationships/customXml" Target="../ink/ink123.xml"/><Relationship Id="rId61" Type="http://schemas.openxmlformats.org/officeDocument/2006/relationships/customXml" Target="../ink/ink110.xml"/><Relationship Id="rId82" Type="http://schemas.openxmlformats.org/officeDocument/2006/relationships/image" Target="../media/image297.png"/><Relationship Id="rId19" Type="http://schemas.openxmlformats.org/officeDocument/2006/relationships/customXml" Target="../ink/ink89.xml"/><Relationship Id="rId14" Type="http://schemas.openxmlformats.org/officeDocument/2006/relationships/image" Target="../media/image149.png"/><Relationship Id="rId30" Type="http://schemas.openxmlformats.org/officeDocument/2006/relationships/image" Target="../media/image288.png"/><Relationship Id="rId35" Type="http://schemas.openxmlformats.org/officeDocument/2006/relationships/customXml" Target="../ink/ink97.xml"/><Relationship Id="rId56" Type="http://schemas.openxmlformats.org/officeDocument/2006/relationships/image" Target="../media/image3.png"/><Relationship Id="rId77" Type="http://schemas.openxmlformats.org/officeDocument/2006/relationships/customXml" Target="../ink/ink118.xml"/><Relationship Id="rId100" Type="http://schemas.openxmlformats.org/officeDocument/2006/relationships/customXml" Target="../ink/ink130.xml"/><Relationship Id="rId8" Type="http://schemas.openxmlformats.org/officeDocument/2006/relationships/image" Target="../media/image301.png"/><Relationship Id="rId51" Type="http://schemas.openxmlformats.org/officeDocument/2006/relationships/customXml" Target="../ink/ink105.xml"/><Relationship Id="rId72" Type="http://schemas.openxmlformats.org/officeDocument/2006/relationships/image" Target="../media/image292.png"/><Relationship Id="rId93" Type="http://schemas.openxmlformats.org/officeDocument/2006/relationships/image" Target="../media/image13.png"/><Relationship Id="rId98" Type="http://schemas.openxmlformats.org/officeDocument/2006/relationships/customXml" Target="../ink/ink129.xml"/><Relationship Id="rId3" Type="http://schemas.openxmlformats.org/officeDocument/2006/relationships/customXml" Target="../ink/ink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210D5DE-200E-8A60-EF43-4D65FA767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203170"/>
              </p:ext>
            </p:extLst>
          </p:nvPr>
        </p:nvGraphicFramePr>
        <p:xfrm>
          <a:off x="3257279" y="1534776"/>
          <a:ext cx="5647408" cy="36197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7232">
                  <a:extLst>
                    <a:ext uri="{9D8B030D-6E8A-4147-A177-3AD203B41FA5}">
                      <a16:colId xmlns:a16="http://schemas.microsoft.com/office/drawing/2014/main" val="2000903899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2437567817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861032504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2154452327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2389760727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1348327076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3914289137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1284555769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1600295784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3789510320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3476425861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1082381503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2922108289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2444386240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2923483023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641100389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3201819463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1468373270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49739257"/>
                    </a:ext>
                  </a:extLst>
                </a:gridCol>
              </a:tblGrid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105579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818731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446726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4818024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537723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533235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970741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098934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198206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098962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444812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858654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819201"/>
                  </a:ext>
                </a:extLst>
              </a:tr>
            </a:tbl>
          </a:graphicData>
        </a:graphic>
      </p:graphicFrame>
      <p:grpSp>
        <p:nvGrpSpPr>
          <p:cNvPr id="192" name="Group 191">
            <a:extLst>
              <a:ext uri="{FF2B5EF4-FFF2-40B4-BE49-F238E27FC236}">
                <a16:creationId xmlns:a16="http://schemas.microsoft.com/office/drawing/2014/main" id="{0FC1F562-09C7-0DA8-FDE8-F8FC81A82C71}"/>
              </a:ext>
            </a:extLst>
          </p:cNvPr>
          <p:cNvGrpSpPr/>
          <p:nvPr/>
        </p:nvGrpSpPr>
        <p:grpSpPr>
          <a:xfrm>
            <a:off x="3150568" y="1416061"/>
            <a:ext cx="6342594" cy="4378772"/>
            <a:chOff x="2286271" y="2280357"/>
            <a:chExt cx="6342594" cy="437877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8A84230-E3AB-EE86-10B1-ABDE3514EF7D}"/>
                </a:ext>
              </a:extLst>
            </p:cNvPr>
            <p:cNvGrpSpPr/>
            <p:nvPr/>
          </p:nvGrpSpPr>
          <p:grpSpPr>
            <a:xfrm>
              <a:off x="8112985" y="4270302"/>
              <a:ext cx="515880" cy="285480"/>
              <a:chOff x="7098119" y="4616619"/>
              <a:chExt cx="515880" cy="2854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5" name="Ink 4">
                    <a:extLst>
                      <a:ext uri="{FF2B5EF4-FFF2-40B4-BE49-F238E27FC236}">
                        <a16:creationId xmlns:a16="http://schemas.microsoft.com/office/drawing/2014/main" id="{17DB6588-FC7C-3FB7-08D4-A409B5A5F497}"/>
                      </a:ext>
                    </a:extLst>
                  </p14:cNvPr>
                  <p14:cNvContentPartPr/>
                  <p14:nvPr/>
                </p14:nvContentPartPr>
                <p14:xfrm>
                  <a:off x="7262639" y="4814259"/>
                  <a:ext cx="47880" cy="14760"/>
                </p14:xfrm>
              </p:contentPart>
            </mc:Choice>
            <mc:Fallback xmlns="">
              <p:pic>
                <p:nvPicPr>
                  <p:cNvPr id="5" name="Ink 4">
                    <a:extLst>
                      <a:ext uri="{FF2B5EF4-FFF2-40B4-BE49-F238E27FC236}">
                        <a16:creationId xmlns:a16="http://schemas.microsoft.com/office/drawing/2014/main" id="{17DB6588-FC7C-3FB7-08D4-A409B5A5F497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7247159" y="4799148"/>
                    <a:ext cx="78480" cy="446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6" name="Ink 5">
                    <a:extLst>
                      <a:ext uri="{FF2B5EF4-FFF2-40B4-BE49-F238E27FC236}">
                        <a16:creationId xmlns:a16="http://schemas.microsoft.com/office/drawing/2014/main" id="{0B9AB7A8-95C4-0ADC-511E-5CA89660B582}"/>
                      </a:ext>
                    </a:extLst>
                  </p14:cNvPr>
                  <p14:cNvContentPartPr/>
                  <p14:nvPr/>
                </p14:nvContentPartPr>
                <p14:xfrm>
                  <a:off x="7284599" y="4788699"/>
                  <a:ext cx="66240" cy="113400"/>
                </p14:xfrm>
              </p:contentPart>
            </mc:Choice>
            <mc:Fallback xmlns="">
              <p:pic>
                <p:nvPicPr>
                  <p:cNvPr id="6" name="Ink 5">
                    <a:extLst>
                      <a:ext uri="{FF2B5EF4-FFF2-40B4-BE49-F238E27FC236}">
                        <a16:creationId xmlns:a16="http://schemas.microsoft.com/office/drawing/2014/main" id="{0B9AB7A8-95C4-0ADC-511E-5CA89660B582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7269119" y="4773268"/>
                    <a:ext cx="96840" cy="14390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7" name="Ink 6">
                    <a:extLst>
                      <a:ext uri="{FF2B5EF4-FFF2-40B4-BE49-F238E27FC236}">
                        <a16:creationId xmlns:a16="http://schemas.microsoft.com/office/drawing/2014/main" id="{A9D15A83-2445-F62A-B1DD-D2DAA6E7E67E}"/>
                      </a:ext>
                    </a:extLst>
                  </p14:cNvPr>
                  <p14:cNvContentPartPr/>
                  <p14:nvPr/>
                </p14:nvContentPartPr>
                <p14:xfrm>
                  <a:off x="7383239" y="4664139"/>
                  <a:ext cx="43920" cy="161280"/>
                </p14:xfrm>
              </p:contentPart>
            </mc:Choice>
            <mc:Fallback xmlns="">
              <p:pic>
                <p:nvPicPr>
                  <p:cNvPr id="7" name="Ink 6">
                    <a:extLst>
                      <a:ext uri="{FF2B5EF4-FFF2-40B4-BE49-F238E27FC236}">
                        <a16:creationId xmlns:a16="http://schemas.microsoft.com/office/drawing/2014/main" id="{A9D15A83-2445-F62A-B1DD-D2DAA6E7E67E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7367885" y="4648659"/>
                    <a:ext cx="74271" cy="191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8" name="Ink 7">
                    <a:extLst>
                      <a:ext uri="{FF2B5EF4-FFF2-40B4-BE49-F238E27FC236}">
                        <a16:creationId xmlns:a16="http://schemas.microsoft.com/office/drawing/2014/main" id="{F55C70AC-D146-6170-844A-CE15C9ADDE4D}"/>
                      </a:ext>
                    </a:extLst>
                  </p14:cNvPr>
                  <p14:cNvContentPartPr/>
                  <p14:nvPr/>
                </p14:nvContentPartPr>
                <p14:xfrm>
                  <a:off x="7463879" y="4697259"/>
                  <a:ext cx="69480" cy="109800"/>
                </p14:xfrm>
              </p:contentPart>
            </mc:Choice>
            <mc:Fallback xmlns="">
              <p:pic>
                <p:nvPicPr>
                  <p:cNvPr id="8" name="Ink 7">
                    <a:extLst>
                      <a:ext uri="{FF2B5EF4-FFF2-40B4-BE49-F238E27FC236}">
                        <a16:creationId xmlns:a16="http://schemas.microsoft.com/office/drawing/2014/main" id="{F55C70AC-D146-6170-844A-CE15C9ADDE4D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7448399" y="4681830"/>
                    <a:ext cx="100080" cy="1403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9" name="Ink 8">
                    <a:extLst>
                      <a:ext uri="{FF2B5EF4-FFF2-40B4-BE49-F238E27FC236}">
                        <a16:creationId xmlns:a16="http://schemas.microsoft.com/office/drawing/2014/main" id="{F625430F-1B5B-8891-BFA4-72406CCA3CD5}"/>
                      </a:ext>
                    </a:extLst>
                  </p14:cNvPr>
                  <p14:cNvContentPartPr/>
                  <p14:nvPr/>
                </p14:nvContentPartPr>
                <p14:xfrm>
                  <a:off x="7544159" y="4620219"/>
                  <a:ext cx="69840" cy="237960"/>
                </p14:xfrm>
              </p:contentPart>
            </mc:Choice>
            <mc:Fallback xmlns="">
              <p:pic>
                <p:nvPicPr>
                  <p:cNvPr id="9" name="Ink 8">
                    <a:extLst>
                      <a:ext uri="{FF2B5EF4-FFF2-40B4-BE49-F238E27FC236}">
                        <a16:creationId xmlns:a16="http://schemas.microsoft.com/office/drawing/2014/main" id="{F625430F-1B5B-8891-BFA4-72406CCA3CD5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7528758" y="4604762"/>
                    <a:ext cx="100283" cy="26851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A01F63BA-8F1B-9392-C88F-DED779F7CBCF}"/>
                      </a:ext>
                    </a:extLst>
                  </p14:cNvPr>
                  <p14:cNvContentPartPr/>
                  <p14:nvPr/>
                </p14:nvContentPartPr>
                <p14:xfrm>
                  <a:off x="7098119" y="4616619"/>
                  <a:ext cx="117360" cy="208800"/>
                </p14:xfrm>
              </p:contentPart>
            </mc:Choice>
            <mc:Fallback xmlns=""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A01F63BA-8F1B-9392-C88F-DED779F7CBCF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7082639" y="4601139"/>
                    <a:ext cx="147960" cy="2394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FB71F09-E23E-2C98-5F77-3C1E03B578F4}"/>
                </a:ext>
              </a:extLst>
            </p:cNvPr>
            <p:cNvGrpSpPr/>
            <p:nvPr/>
          </p:nvGrpSpPr>
          <p:grpSpPr>
            <a:xfrm>
              <a:off x="8065285" y="2280357"/>
              <a:ext cx="534600" cy="267120"/>
              <a:chOff x="8127761" y="3920531"/>
              <a:chExt cx="534600" cy="2671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FB47F59C-0654-E250-F59F-FFB931478223}"/>
                      </a:ext>
                    </a:extLst>
                  </p14:cNvPr>
                  <p14:cNvContentPartPr/>
                  <p14:nvPr/>
                </p14:nvContentPartPr>
                <p14:xfrm>
                  <a:off x="8321801" y="4107011"/>
                  <a:ext cx="46440" cy="14760"/>
                </p14:xfrm>
              </p:contentPart>
            </mc:Choice>
            <mc:Fallback xmlns=""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FB47F59C-0654-E250-F59F-FFB931478223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8306321" y="4091531"/>
                    <a:ext cx="77040" cy="45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009475A2-557D-400F-C681-CE61C66511C1}"/>
                      </a:ext>
                    </a:extLst>
                  </p14:cNvPr>
                  <p14:cNvContentPartPr/>
                  <p14:nvPr/>
                </p14:nvContentPartPr>
                <p14:xfrm>
                  <a:off x="8340161" y="4085051"/>
                  <a:ext cx="47880" cy="102600"/>
                </p14:xfrm>
              </p:contentPart>
            </mc:Choice>
            <mc:Fallback xmlns=""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009475A2-557D-400F-C681-CE61C66511C1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8324681" y="4069625"/>
                    <a:ext cx="78480" cy="13309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509E1403-5233-9212-D456-DA47095173C7}"/>
                      </a:ext>
                    </a:extLst>
                  </p14:cNvPr>
                  <p14:cNvContentPartPr/>
                  <p14:nvPr/>
                </p14:nvContentPartPr>
                <p14:xfrm>
                  <a:off x="8429441" y="3942491"/>
                  <a:ext cx="68400" cy="186840"/>
                </p14:xfrm>
              </p:contentPart>
            </mc:Choice>
            <mc:Fallback xmlns=""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509E1403-5233-9212-D456-DA47095173C7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8413879" y="3927011"/>
                    <a:ext cx="99162" cy="217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15" name="Ink 14">
                    <a:extLst>
                      <a:ext uri="{FF2B5EF4-FFF2-40B4-BE49-F238E27FC236}">
                        <a16:creationId xmlns:a16="http://schemas.microsoft.com/office/drawing/2014/main" id="{322C3B26-071A-1B45-9398-2D5963FB7659}"/>
                      </a:ext>
                    </a:extLst>
                  </p14:cNvPr>
                  <p14:cNvContentPartPr/>
                  <p14:nvPr/>
                </p14:nvContentPartPr>
                <p14:xfrm>
                  <a:off x="8530241" y="4000811"/>
                  <a:ext cx="15120" cy="115920"/>
                </p14:xfrm>
              </p:contentPart>
            </mc:Choice>
            <mc:Fallback xmlns="">
              <p:pic>
                <p:nvPicPr>
                  <p:cNvPr id="15" name="Ink 14">
                    <a:extLst>
                      <a:ext uri="{FF2B5EF4-FFF2-40B4-BE49-F238E27FC236}">
                        <a16:creationId xmlns:a16="http://schemas.microsoft.com/office/drawing/2014/main" id="{322C3B26-071A-1B45-9398-2D5963FB7659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8514761" y="3985283"/>
                    <a:ext cx="45720" cy="14661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5F937DD0-4898-8C2C-8E46-D8BB060D5BDA}"/>
                      </a:ext>
                    </a:extLst>
                  </p14:cNvPr>
                  <p14:cNvContentPartPr/>
                  <p14:nvPr/>
                </p14:nvContentPartPr>
                <p14:xfrm>
                  <a:off x="8599721" y="3938531"/>
                  <a:ext cx="62640" cy="20520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5F937DD0-4898-8C2C-8E46-D8BB060D5BDA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8584152" y="3923078"/>
                    <a:ext cx="93417" cy="23574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04B06A0B-5788-77FE-DA30-6F76BF4DA755}"/>
                      </a:ext>
                    </a:extLst>
                  </p14:cNvPr>
                  <p14:cNvContentPartPr/>
                  <p14:nvPr/>
                </p14:nvContentPartPr>
                <p14:xfrm>
                  <a:off x="8127761" y="3920531"/>
                  <a:ext cx="113760" cy="223200"/>
                </p14:xfrm>
              </p:contentPart>
            </mc:Choice>
            <mc:Fallback xmlns=""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04B06A0B-5788-77FE-DA30-6F76BF4DA755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8112281" y="3905076"/>
                    <a:ext cx="144360" cy="253751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CBA707D-C4F9-ADAF-3ED4-33DE3AE35CCD}"/>
                </a:ext>
              </a:extLst>
            </p:cNvPr>
            <p:cNvGrpSpPr/>
            <p:nvPr/>
          </p:nvGrpSpPr>
          <p:grpSpPr>
            <a:xfrm>
              <a:off x="2286271" y="2410990"/>
              <a:ext cx="5759478" cy="3627225"/>
              <a:chOff x="1271405" y="2757307"/>
              <a:chExt cx="5759478" cy="3627225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9F66D33D-F3A4-21EB-5790-3D8CF1D1A188}"/>
                      </a:ext>
                    </a:extLst>
                  </p14:cNvPr>
                  <p14:cNvContentPartPr/>
                  <p14:nvPr/>
                </p14:nvContentPartPr>
                <p14:xfrm>
                  <a:off x="1371845" y="2757307"/>
                  <a:ext cx="74756" cy="3581379"/>
                </p14:xfrm>
              </p:contentPart>
            </mc:Choice>
            <mc:Fallback xmlns=""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9F66D33D-F3A4-21EB-5790-3D8CF1D1A188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1356316" y="2741825"/>
                    <a:ext cx="105453" cy="361198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813FACAD-AEEE-503A-007E-82863C1AE30C}"/>
                      </a:ext>
                    </a:extLst>
                  </p14:cNvPr>
                  <p14:cNvContentPartPr/>
                  <p14:nvPr/>
                </p14:nvContentPartPr>
                <p14:xfrm>
                  <a:off x="1271405" y="6327551"/>
                  <a:ext cx="5759478" cy="56981"/>
                </p14:xfrm>
              </p:contentPart>
            </mc:Choice>
            <mc:Fallback xmlns=""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813FACAD-AEEE-503A-007E-82863C1AE30C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1255924" y="6311945"/>
                    <a:ext cx="5790079" cy="87831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729728C-D5B2-4067-36ED-9F36AAAB94BE}"/>
                </a:ext>
              </a:extLst>
            </p:cNvPr>
            <p:cNvGrpSpPr/>
            <p:nvPr/>
          </p:nvGrpSpPr>
          <p:grpSpPr>
            <a:xfrm>
              <a:off x="2413711" y="5167969"/>
              <a:ext cx="1403640" cy="792360"/>
              <a:chOff x="1398845" y="5514286"/>
              <a:chExt cx="1403640" cy="7923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2268E18B-0950-4FA0-75F1-B417DCF93DC3}"/>
                      </a:ext>
                    </a:extLst>
                  </p14:cNvPr>
                  <p14:cNvContentPartPr/>
                  <p14:nvPr/>
                </p14:nvContentPartPr>
                <p14:xfrm>
                  <a:off x="1398845" y="6056446"/>
                  <a:ext cx="271440" cy="250200"/>
                </p14:xfrm>
              </p:contentPart>
            </mc:Choice>
            <mc:Fallback xmlns=""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2268E18B-0950-4FA0-75F1-B417DCF93DC3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1383386" y="6040966"/>
                    <a:ext cx="301999" cy="280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296D6C56-A63E-BA35-01D7-7E1A8E289F86}"/>
                      </a:ext>
                    </a:extLst>
                  </p14:cNvPr>
                  <p14:cNvContentPartPr/>
                  <p14:nvPr/>
                </p14:nvContentPartPr>
                <p14:xfrm>
                  <a:off x="1690805" y="6008566"/>
                  <a:ext cx="255600" cy="32400"/>
                </p14:xfrm>
              </p:contentPart>
            </mc:Choice>
            <mc:Fallback xmlns="">
              <p:pic>
                <p:nvPicPr>
                  <p:cNvPr id="24" name="Ink 23">
                    <a:extLst>
                      <a:ext uri="{FF2B5EF4-FFF2-40B4-BE49-F238E27FC236}">
                        <a16:creationId xmlns:a16="http://schemas.microsoft.com/office/drawing/2014/main" id="{296D6C56-A63E-BA35-01D7-7E1A8E289F86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1675325" y="5992912"/>
                    <a:ext cx="286200" cy="6334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">
                <p14:nvContentPartPr>
                  <p14:cNvPr id="25" name="Ink 24">
                    <a:extLst>
                      <a:ext uri="{FF2B5EF4-FFF2-40B4-BE49-F238E27FC236}">
                        <a16:creationId xmlns:a16="http://schemas.microsoft.com/office/drawing/2014/main" id="{5F7EE8B1-3EC7-0E99-A52A-D6361BC7A9D6}"/>
                      </a:ext>
                    </a:extLst>
                  </p14:cNvPr>
                  <p14:cNvContentPartPr/>
                  <p14:nvPr/>
                </p14:nvContentPartPr>
                <p14:xfrm>
                  <a:off x="2020565" y="6035206"/>
                  <a:ext cx="287640" cy="5760"/>
                </p14:xfrm>
              </p:contentPart>
            </mc:Choice>
            <mc:Fallback xmlns="">
              <p:pic>
                <p:nvPicPr>
                  <p:cNvPr id="25" name="Ink 24">
                    <a:extLst>
                      <a:ext uri="{FF2B5EF4-FFF2-40B4-BE49-F238E27FC236}">
                        <a16:creationId xmlns:a16="http://schemas.microsoft.com/office/drawing/2014/main" id="{5F7EE8B1-3EC7-0E99-A52A-D6361BC7A9D6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2005066" y="6018694"/>
                    <a:ext cx="318278" cy="38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26" name="Ink 25">
                    <a:extLst>
                      <a:ext uri="{FF2B5EF4-FFF2-40B4-BE49-F238E27FC236}">
                        <a16:creationId xmlns:a16="http://schemas.microsoft.com/office/drawing/2014/main" id="{F6ABD98D-7D1F-35A4-7C4C-84AD5531770E}"/>
                      </a:ext>
                    </a:extLst>
                  </p14:cNvPr>
                  <p14:cNvContentPartPr/>
                  <p14:nvPr/>
                </p14:nvContentPartPr>
                <p14:xfrm>
                  <a:off x="2297405" y="5817406"/>
                  <a:ext cx="266040" cy="239400"/>
                </p14:xfrm>
              </p:contentPart>
            </mc:Choice>
            <mc:Fallback xmlns="">
              <p:pic>
                <p:nvPicPr>
                  <p:cNvPr id="26" name="Ink 25">
                    <a:extLst>
                      <a:ext uri="{FF2B5EF4-FFF2-40B4-BE49-F238E27FC236}">
                        <a16:creationId xmlns:a16="http://schemas.microsoft.com/office/drawing/2014/main" id="{F6ABD98D-7D1F-35A4-7C4C-84AD5531770E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2281946" y="5801926"/>
                    <a:ext cx="296599" cy="270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">
                <p14:nvContentPartPr>
                  <p14:cNvPr id="27" name="Ink 26">
                    <a:extLst>
                      <a:ext uri="{FF2B5EF4-FFF2-40B4-BE49-F238E27FC236}">
                        <a16:creationId xmlns:a16="http://schemas.microsoft.com/office/drawing/2014/main" id="{60E24082-5A3D-529D-FB70-8F9261628827}"/>
                      </a:ext>
                    </a:extLst>
                  </p14:cNvPr>
                  <p14:cNvContentPartPr/>
                  <p14:nvPr/>
                </p14:nvContentPartPr>
                <p14:xfrm>
                  <a:off x="2589365" y="5514286"/>
                  <a:ext cx="213120" cy="218160"/>
                </p14:xfrm>
              </p:contentPart>
            </mc:Choice>
            <mc:Fallback xmlns="">
              <p:pic>
                <p:nvPicPr>
                  <p:cNvPr id="27" name="Ink 26">
                    <a:extLst>
                      <a:ext uri="{FF2B5EF4-FFF2-40B4-BE49-F238E27FC236}">
                        <a16:creationId xmlns:a16="http://schemas.microsoft.com/office/drawing/2014/main" id="{60E24082-5A3D-529D-FB70-8F9261628827}"/>
                      </a:ext>
                    </a:extLst>
                  </p:cNvPr>
                  <p:cNvPicPr/>
                  <p:nvPr/>
                </p:nvPicPr>
                <p:blipFill>
                  <a:blip r:embed="rId40"/>
                  <a:stretch>
                    <a:fillRect/>
                  </a:stretch>
                </p:blipFill>
                <p:spPr>
                  <a:xfrm>
                    <a:off x="2573885" y="5498806"/>
                    <a:ext cx="243720" cy="2487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D9FEAE8-BE35-22C9-8835-3C6E843E0323}"/>
                </a:ext>
              </a:extLst>
            </p:cNvPr>
            <p:cNvGrpSpPr/>
            <p:nvPr/>
          </p:nvGrpSpPr>
          <p:grpSpPr>
            <a:xfrm>
              <a:off x="2434951" y="5407369"/>
              <a:ext cx="1414080" cy="558720"/>
              <a:chOff x="1420085" y="5753686"/>
              <a:chExt cx="1414080" cy="5587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1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B78A7069-3BD1-D4F8-43CC-277F10C1F97D}"/>
                      </a:ext>
                    </a:extLst>
                  </p14:cNvPr>
                  <p14:cNvContentPartPr/>
                  <p14:nvPr/>
                </p14:nvContentPartPr>
                <p14:xfrm>
                  <a:off x="1420085" y="6301246"/>
                  <a:ext cx="266040" cy="11160"/>
                </p14:xfrm>
              </p:contentPart>
            </mc:Choice>
            <mc:Fallback xmlns="">
              <p:pic>
                <p:nvPicPr>
                  <p:cNvPr id="31" name="Ink 30">
                    <a:extLst>
                      <a:ext uri="{FF2B5EF4-FFF2-40B4-BE49-F238E27FC236}">
                        <a16:creationId xmlns:a16="http://schemas.microsoft.com/office/drawing/2014/main" id="{B78A7069-3BD1-D4F8-43CC-277F10C1F97D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1404626" y="6285766"/>
                    <a:ext cx="296599" cy="41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3">
                <p14:nvContentPartPr>
                  <p14:cNvPr id="32" name="Ink 31">
                    <a:extLst>
                      <a:ext uri="{FF2B5EF4-FFF2-40B4-BE49-F238E27FC236}">
                        <a16:creationId xmlns:a16="http://schemas.microsoft.com/office/drawing/2014/main" id="{7D7A39DD-1FFF-4A30-193B-121A0A009794}"/>
                      </a:ext>
                    </a:extLst>
                  </p14:cNvPr>
                  <p14:cNvContentPartPr/>
                  <p14:nvPr/>
                </p14:nvContentPartPr>
                <p14:xfrm>
                  <a:off x="1717445" y="6024766"/>
                  <a:ext cx="228960" cy="266040"/>
                </p14:xfrm>
              </p:contentPart>
            </mc:Choice>
            <mc:Fallback xmlns="">
              <p:pic>
                <p:nvPicPr>
                  <p:cNvPr id="32" name="Ink 31">
                    <a:extLst>
                      <a:ext uri="{FF2B5EF4-FFF2-40B4-BE49-F238E27FC236}">
                        <a16:creationId xmlns:a16="http://schemas.microsoft.com/office/drawing/2014/main" id="{7D7A39DD-1FFF-4A30-193B-121A0A009794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1701965" y="6009286"/>
                    <a:ext cx="259560" cy="296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5">
                <p14:nvContentPartPr>
                  <p14:cNvPr id="33" name="Ink 32">
                    <a:extLst>
                      <a:ext uri="{FF2B5EF4-FFF2-40B4-BE49-F238E27FC236}">
                        <a16:creationId xmlns:a16="http://schemas.microsoft.com/office/drawing/2014/main" id="{B769C17A-BBD5-E958-60DD-A291169608C2}"/>
                      </a:ext>
                    </a:extLst>
                  </p14:cNvPr>
                  <p14:cNvContentPartPr/>
                  <p14:nvPr/>
                </p14:nvContentPartPr>
                <p14:xfrm>
                  <a:off x="2010125" y="5780326"/>
                  <a:ext cx="234000" cy="234360"/>
                </p14:xfrm>
              </p:contentPart>
            </mc:Choice>
            <mc:Fallback xmlns="">
              <p:pic>
                <p:nvPicPr>
                  <p:cNvPr id="33" name="Ink 32">
                    <a:extLst>
                      <a:ext uri="{FF2B5EF4-FFF2-40B4-BE49-F238E27FC236}">
                        <a16:creationId xmlns:a16="http://schemas.microsoft.com/office/drawing/2014/main" id="{B769C17A-BBD5-E958-60DD-A291169608C2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1994645" y="5764846"/>
                    <a:ext cx="264600" cy="264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7">
                <p14:nvContentPartPr>
                  <p14:cNvPr id="34" name="Ink 33">
                    <a:extLst>
                      <a:ext uri="{FF2B5EF4-FFF2-40B4-BE49-F238E27FC236}">
                        <a16:creationId xmlns:a16="http://schemas.microsoft.com/office/drawing/2014/main" id="{9B91AEEB-59BB-C0CB-DEC4-37ED26484A2F}"/>
                      </a:ext>
                    </a:extLst>
                  </p14:cNvPr>
                  <p14:cNvContentPartPr/>
                  <p14:nvPr/>
                </p14:nvContentPartPr>
                <p14:xfrm>
                  <a:off x="2292005" y="5758726"/>
                  <a:ext cx="281880" cy="21960"/>
                </p14:xfrm>
              </p:contentPart>
            </mc:Choice>
            <mc:Fallback xmlns="">
              <p:pic>
                <p:nvPicPr>
                  <p:cNvPr id="34" name="Ink 33">
                    <a:extLst>
                      <a:ext uri="{FF2B5EF4-FFF2-40B4-BE49-F238E27FC236}">
                        <a16:creationId xmlns:a16="http://schemas.microsoft.com/office/drawing/2014/main" id="{9B91AEEB-59BB-C0CB-DEC4-37ED26484A2F}"/>
                      </a:ext>
                    </a:extLst>
                  </p:cNvPr>
                  <p:cNvPicPr/>
                  <p:nvPr/>
                </p:nvPicPr>
                <p:blipFill>
                  <a:blip r:embed="rId48"/>
                  <a:stretch>
                    <a:fillRect/>
                  </a:stretch>
                </p:blipFill>
                <p:spPr>
                  <a:xfrm>
                    <a:off x="2276545" y="5742988"/>
                    <a:ext cx="312441" cy="530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9">
                <p14:nvContentPartPr>
                  <p14:cNvPr id="35" name="Ink 34">
                    <a:extLst>
                      <a:ext uri="{FF2B5EF4-FFF2-40B4-BE49-F238E27FC236}">
                        <a16:creationId xmlns:a16="http://schemas.microsoft.com/office/drawing/2014/main" id="{C0636662-E05C-E87C-514E-08564CBE478D}"/>
                      </a:ext>
                    </a:extLst>
                  </p14:cNvPr>
                  <p14:cNvContentPartPr/>
                  <p14:nvPr/>
                </p14:nvContentPartPr>
                <p14:xfrm>
                  <a:off x="2605205" y="5753686"/>
                  <a:ext cx="228960" cy="21600"/>
                </p14:xfrm>
              </p:contentPart>
            </mc:Choice>
            <mc:Fallback xmlns="">
              <p:pic>
                <p:nvPicPr>
                  <p:cNvPr id="35" name="Ink 34">
                    <a:extLst>
                      <a:ext uri="{FF2B5EF4-FFF2-40B4-BE49-F238E27FC236}">
                        <a16:creationId xmlns:a16="http://schemas.microsoft.com/office/drawing/2014/main" id="{C0636662-E05C-E87C-514E-08564CBE478D}"/>
                      </a:ext>
                    </a:extLst>
                  </p:cNvPr>
                  <p:cNvPicPr/>
                  <p:nvPr/>
                </p:nvPicPr>
                <p:blipFill>
                  <a:blip r:embed="rId50"/>
                  <a:stretch>
                    <a:fillRect/>
                  </a:stretch>
                </p:blipFill>
                <p:spPr>
                  <a:xfrm>
                    <a:off x="2589725" y="5738206"/>
                    <a:ext cx="259560" cy="522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0E1C048-1793-A38D-3A9B-4CA857D225E6}"/>
                </a:ext>
              </a:extLst>
            </p:cNvPr>
            <p:cNvGrpSpPr/>
            <p:nvPr/>
          </p:nvGrpSpPr>
          <p:grpSpPr>
            <a:xfrm>
              <a:off x="7976915" y="6153802"/>
              <a:ext cx="149040" cy="154440"/>
              <a:chOff x="6962049" y="6500119"/>
              <a:chExt cx="149040" cy="1544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1">
                <p14:nvContentPartPr>
                  <p14:cNvPr id="79" name="Ink 78">
                    <a:extLst>
                      <a:ext uri="{FF2B5EF4-FFF2-40B4-BE49-F238E27FC236}">
                        <a16:creationId xmlns:a16="http://schemas.microsoft.com/office/drawing/2014/main" id="{970A7F0B-8CAE-B068-22F0-B19B2546737A}"/>
                      </a:ext>
                    </a:extLst>
                  </p14:cNvPr>
                  <p14:cNvContentPartPr/>
                  <p14:nvPr/>
                </p14:nvContentPartPr>
                <p14:xfrm>
                  <a:off x="6962049" y="6537199"/>
                  <a:ext cx="127800" cy="16200"/>
                </p14:xfrm>
              </p:contentPart>
            </mc:Choice>
            <mc:Fallback xmlns="">
              <p:pic>
                <p:nvPicPr>
                  <p:cNvPr id="79" name="Ink 78">
                    <a:extLst>
                      <a:ext uri="{FF2B5EF4-FFF2-40B4-BE49-F238E27FC236}">
                        <a16:creationId xmlns:a16="http://schemas.microsoft.com/office/drawing/2014/main" id="{970A7F0B-8CAE-B068-22F0-B19B2546737A}"/>
                      </a:ext>
                    </a:extLst>
                  </p:cNvPr>
                  <p:cNvPicPr/>
                  <p:nvPr/>
                </p:nvPicPr>
                <p:blipFill>
                  <a:blip r:embed="rId52"/>
                  <a:stretch>
                    <a:fillRect/>
                  </a:stretch>
                </p:blipFill>
                <p:spPr>
                  <a:xfrm>
                    <a:off x="6946569" y="6521719"/>
                    <a:ext cx="158400" cy="46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3">
                <p14:nvContentPartPr>
                  <p14:cNvPr id="80" name="Ink 79">
                    <a:extLst>
                      <a:ext uri="{FF2B5EF4-FFF2-40B4-BE49-F238E27FC236}">
                        <a16:creationId xmlns:a16="http://schemas.microsoft.com/office/drawing/2014/main" id="{72D00427-FDF5-A860-61AF-1E1E765B5B1D}"/>
                      </a:ext>
                    </a:extLst>
                  </p14:cNvPr>
                  <p14:cNvContentPartPr/>
                  <p14:nvPr/>
                </p14:nvContentPartPr>
                <p14:xfrm>
                  <a:off x="7014969" y="6500119"/>
                  <a:ext cx="96120" cy="154440"/>
                </p14:xfrm>
              </p:contentPart>
            </mc:Choice>
            <mc:Fallback xmlns="">
              <p:pic>
                <p:nvPicPr>
                  <p:cNvPr id="80" name="Ink 79">
                    <a:extLst>
                      <a:ext uri="{FF2B5EF4-FFF2-40B4-BE49-F238E27FC236}">
                        <a16:creationId xmlns:a16="http://schemas.microsoft.com/office/drawing/2014/main" id="{72D00427-FDF5-A860-61AF-1E1E765B5B1D}"/>
                      </a:ext>
                    </a:extLst>
                  </p:cNvPr>
                  <p:cNvPicPr/>
                  <p:nvPr/>
                </p:nvPicPr>
                <p:blipFill>
                  <a:blip r:embed="rId54"/>
                  <a:stretch>
                    <a:fillRect/>
                  </a:stretch>
                </p:blipFill>
                <p:spPr>
                  <a:xfrm>
                    <a:off x="6999489" y="6484639"/>
                    <a:ext cx="126720" cy="18504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38FC80F-CA8A-E92F-6453-1B796D476AAF}"/>
                    </a:ext>
                  </a:extLst>
                </p14:cNvPr>
                <p14:cNvContentPartPr/>
                <p14:nvPr/>
              </p14:nvContentPartPr>
              <p14:xfrm>
                <a:off x="2329911" y="5860225"/>
                <a:ext cx="181440" cy="250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38FC80F-CA8A-E92F-6453-1B796D476AA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314431" y="5844745"/>
                  <a:ext cx="2120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B479D8B-5C95-F56D-13DB-1446475FE478}"/>
                    </a:ext>
                  </a:extLst>
                </p14:cNvPr>
                <p14:cNvContentPartPr/>
                <p14:nvPr/>
              </p14:nvContentPartPr>
              <p14:xfrm>
                <a:off x="2909511" y="5556745"/>
                <a:ext cx="159480" cy="202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B479D8B-5C95-F56D-13DB-1446475FE47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894031" y="5541265"/>
                  <a:ext cx="1900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E1F1D9E-7370-C64C-0137-B3A69F3E682A}"/>
                    </a:ext>
                  </a:extLst>
                </p14:cNvPr>
                <p14:cNvContentPartPr/>
                <p14:nvPr/>
              </p14:nvContentPartPr>
              <p14:xfrm>
                <a:off x="3522951" y="5301865"/>
                <a:ext cx="178920" cy="228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E1F1D9E-7370-C64C-0137-B3A69F3E682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507471" y="5286385"/>
                  <a:ext cx="2095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1DC4946-A0D9-3EF8-94BF-54B080C0AEA5}"/>
                    </a:ext>
                  </a:extLst>
                </p14:cNvPr>
                <p14:cNvContentPartPr/>
                <p14:nvPr/>
              </p14:nvContentPartPr>
              <p14:xfrm>
                <a:off x="5947104" y="5904864"/>
                <a:ext cx="16200" cy="1515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1DC4946-A0D9-3EF8-94BF-54B080C0AEA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931624" y="5889384"/>
                  <a:ext cx="46800" cy="18216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4CC5D46B-79C7-65D9-95E7-AE565882DA09}"/>
                </a:ext>
              </a:extLst>
            </p:cNvPr>
            <p:cNvGrpSpPr/>
            <p:nvPr/>
          </p:nvGrpSpPr>
          <p:grpSpPr>
            <a:xfrm>
              <a:off x="2447409" y="6129694"/>
              <a:ext cx="5469386" cy="488644"/>
              <a:chOff x="1464441" y="6376505"/>
              <a:chExt cx="5469386" cy="488644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3">
                <p14:nvContentPartPr>
                  <p14:cNvPr id="103" name="Ink 102">
                    <a:extLst>
                      <a:ext uri="{FF2B5EF4-FFF2-40B4-BE49-F238E27FC236}">
                        <a16:creationId xmlns:a16="http://schemas.microsoft.com/office/drawing/2014/main" id="{93F857E6-B80C-CA4A-491F-44722A373031}"/>
                      </a:ext>
                    </a:extLst>
                  </p14:cNvPr>
                  <p14:cNvContentPartPr/>
                  <p14:nvPr/>
                </p14:nvContentPartPr>
                <p14:xfrm>
                  <a:off x="4933747" y="6422617"/>
                  <a:ext cx="95760" cy="24120"/>
                </p14:xfrm>
              </p:contentPart>
            </mc:Choice>
            <mc:Fallback xmlns="">
              <p:pic>
                <p:nvPicPr>
                  <p:cNvPr id="103" name="Ink 102">
                    <a:extLst>
                      <a:ext uri="{FF2B5EF4-FFF2-40B4-BE49-F238E27FC236}">
                        <a16:creationId xmlns:a16="http://schemas.microsoft.com/office/drawing/2014/main" id="{93F857E6-B80C-CA4A-491F-44722A373031}"/>
                      </a:ext>
                    </a:extLst>
                  </p:cNvPr>
                  <p:cNvPicPr/>
                  <p:nvPr/>
                </p:nvPicPr>
                <p:blipFill>
                  <a:blip r:embed="rId64"/>
                  <a:stretch>
                    <a:fillRect/>
                  </a:stretch>
                </p:blipFill>
                <p:spPr>
                  <a:xfrm>
                    <a:off x="4918267" y="6407365"/>
                    <a:ext cx="126360" cy="542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5">
                <p14:nvContentPartPr>
                  <p14:cNvPr id="104" name="Ink 103">
                    <a:extLst>
                      <a:ext uri="{FF2B5EF4-FFF2-40B4-BE49-F238E27FC236}">
                        <a16:creationId xmlns:a16="http://schemas.microsoft.com/office/drawing/2014/main" id="{EB54D757-03BB-75EA-17CC-17929319E5AB}"/>
                      </a:ext>
                    </a:extLst>
                  </p14:cNvPr>
                  <p14:cNvContentPartPr/>
                  <p14:nvPr/>
                </p14:nvContentPartPr>
                <p14:xfrm>
                  <a:off x="4981267" y="6394897"/>
                  <a:ext cx="39960" cy="151560"/>
                </p14:xfrm>
              </p:contentPart>
            </mc:Choice>
            <mc:Fallback xmlns="">
              <p:pic>
                <p:nvPicPr>
                  <p:cNvPr id="104" name="Ink 103">
                    <a:extLst>
                      <a:ext uri="{FF2B5EF4-FFF2-40B4-BE49-F238E27FC236}">
                        <a16:creationId xmlns:a16="http://schemas.microsoft.com/office/drawing/2014/main" id="{EB54D757-03BB-75EA-17CC-17929319E5AB}"/>
                      </a:ext>
                    </a:extLst>
                  </p:cNvPr>
                  <p:cNvPicPr/>
                  <p:nvPr/>
                </p:nvPicPr>
                <p:blipFill>
                  <a:blip r:embed="rId66"/>
                  <a:stretch>
                    <a:fillRect/>
                  </a:stretch>
                </p:blipFill>
                <p:spPr>
                  <a:xfrm>
                    <a:off x="4965787" y="6379417"/>
                    <a:ext cx="70560" cy="182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7">
                <p14:nvContentPartPr>
                  <p14:cNvPr id="105" name="Ink 104">
                    <a:extLst>
                      <a:ext uri="{FF2B5EF4-FFF2-40B4-BE49-F238E27FC236}">
                        <a16:creationId xmlns:a16="http://schemas.microsoft.com/office/drawing/2014/main" id="{D06559D0-96B1-B8DD-6E2A-3DF35535F53B}"/>
                      </a:ext>
                    </a:extLst>
                  </p14:cNvPr>
                  <p14:cNvContentPartPr/>
                  <p14:nvPr/>
                </p14:nvContentPartPr>
                <p14:xfrm>
                  <a:off x="5040667" y="6537817"/>
                  <a:ext cx="48240" cy="103680"/>
                </p14:xfrm>
              </p:contentPart>
            </mc:Choice>
            <mc:Fallback xmlns="">
              <p:pic>
                <p:nvPicPr>
                  <p:cNvPr id="105" name="Ink 104">
                    <a:extLst>
                      <a:ext uri="{FF2B5EF4-FFF2-40B4-BE49-F238E27FC236}">
                        <a16:creationId xmlns:a16="http://schemas.microsoft.com/office/drawing/2014/main" id="{D06559D0-96B1-B8DD-6E2A-3DF35535F53B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5025187" y="6522337"/>
                    <a:ext cx="78840" cy="134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9">
                <p14:nvContentPartPr>
                  <p14:cNvPr id="106" name="Ink 105">
                    <a:extLst>
                      <a:ext uri="{FF2B5EF4-FFF2-40B4-BE49-F238E27FC236}">
                        <a16:creationId xmlns:a16="http://schemas.microsoft.com/office/drawing/2014/main" id="{6AB36E7B-EE5C-2769-5160-1883641A64D2}"/>
                      </a:ext>
                    </a:extLst>
                  </p14:cNvPr>
                  <p14:cNvContentPartPr/>
                  <p14:nvPr/>
                </p14:nvContentPartPr>
                <p14:xfrm>
                  <a:off x="5108347" y="6569857"/>
                  <a:ext cx="111600" cy="71640"/>
                </p14:xfrm>
              </p:contentPart>
            </mc:Choice>
            <mc:Fallback xmlns="">
              <p:pic>
                <p:nvPicPr>
                  <p:cNvPr id="106" name="Ink 105">
                    <a:extLst>
                      <a:ext uri="{FF2B5EF4-FFF2-40B4-BE49-F238E27FC236}">
                        <a16:creationId xmlns:a16="http://schemas.microsoft.com/office/drawing/2014/main" id="{6AB36E7B-EE5C-2769-5160-1883641A64D2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5092917" y="6554454"/>
                    <a:ext cx="142102" cy="10208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1">
                <p14:nvContentPartPr>
                  <p14:cNvPr id="108" name="Ink 107">
                    <a:extLst>
                      <a:ext uri="{FF2B5EF4-FFF2-40B4-BE49-F238E27FC236}">
                        <a16:creationId xmlns:a16="http://schemas.microsoft.com/office/drawing/2014/main" id="{B6990424-1D5A-18C8-E25C-8282B645F890}"/>
                      </a:ext>
                    </a:extLst>
                  </p14:cNvPr>
                  <p14:cNvContentPartPr/>
                  <p14:nvPr/>
                </p14:nvContentPartPr>
                <p14:xfrm>
                  <a:off x="1464441" y="6406244"/>
                  <a:ext cx="3424665" cy="117171"/>
                </p14:xfrm>
              </p:contentPart>
            </mc:Choice>
            <mc:Fallback xmlns="">
              <p:pic>
                <p:nvPicPr>
                  <p:cNvPr id="108" name="Ink 107">
                    <a:extLst>
                      <a:ext uri="{FF2B5EF4-FFF2-40B4-BE49-F238E27FC236}">
                        <a16:creationId xmlns:a16="http://schemas.microsoft.com/office/drawing/2014/main" id="{B6990424-1D5A-18C8-E25C-8282B645F890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1448955" y="6390789"/>
                    <a:ext cx="3455278" cy="1477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3">
                <p14:nvContentPartPr>
                  <p14:cNvPr id="110" name="Ink 109">
                    <a:extLst>
                      <a:ext uri="{FF2B5EF4-FFF2-40B4-BE49-F238E27FC236}">
                        <a16:creationId xmlns:a16="http://schemas.microsoft.com/office/drawing/2014/main" id="{56DDD1D9-B554-2754-D1AA-9ED9725BFE5A}"/>
                      </a:ext>
                    </a:extLst>
                  </p14:cNvPr>
                  <p14:cNvContentPartPr/>
                  <p14:nvPr/>
                </p14:nvContentPartPr>
                <p14:xfrm>
                  <a:off x="3024057" y="6685869"/>
                  <a:ext cx="20520" cy="173160"/>
                </p14:xfrm>
              </p:contentPart>
            </mc:Choice>
            <mc:Fallback xmlns="">
              <p:pic>
                <p:nvPicPr>
                  <p:cNvPr id="110" name="Ink 109">
                    <a:extLst>
                      <a:ext uri="{FF2B5EF4-FFF2-40B4-BE49-F238E27FC236}">
                        <a16:creationId xmlns:a16="http://schemas.microsoft.com/office/drawing/2014/main" id="{56DDD1D9-B554-2754-D1AA-9ED9725BFE5A}"/>
                      </a:ext>
                    </a:extLst>
                  </p:cNvPr>
                  <p:cNvPicPr/>
                  <p:nvPr/>
                </p:nvPicPr>
                <p:blipFill>
                  <a:blip r:embed="rId74"/>
                  <a:stretch>
                    <a:fillRect/>
                  </a:stretch>
                </p:blipFill>
                <p:spPr>
                  <a:xfrm>
                    <a:off x="3008301" y="6670389"/>
                    <a:ext cx="51666" cy="203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5">
                <p14:nvContentPartPr>
                  <p14:cNvPr id="111" name="Ink 110">
                    <a:extLst>
                      <a:ext uri="{FF2B5EF4-FFF2-40B4-BE49-F238E27FC236}">
                        <a16:creationId xmlns:a16="http://schemas.microsoft.com/office/drawing/2014/main" id="{26C8EE04-1E3E-E8F4-E76E-D332043BF138}"/>
                      </a:ext>
                    </a:extLst>
                  </p14:cNvPr>
                  <p14:cNvContentPartPr/>
                  <p14:nvPr/>
                </p14:nvContentPartPr>
                <p14:xfrm>
                  <a:off x="2974377" y="6658149"/>
                  <a:ext cx="137880" cy="44280"/>
                </p14:xfrm>
              </p:contentPart>
            </mc:Choice>
            <mc:Fallback xmlns="">
              <p:pic>
                <p:nvPicPr>
                  <p:cNvPr id="111" name="Ink 110">
                    <a:extLst>
                      <a:ext uri="{FF2B5EF4-FFF2-40B4-BE49-F238E27FC236}">
                        <a16:creationId xmlns:a16="http://schemas.microsoft.com/office/drawing/2014/main" id="{26C8EE04-1E3E-E8F4-E76E-D332043BF138}"/>
                      </a:ext>
                    </a:extLst>
                  </p:cNvPr>
                  <p:cNvPicPr/>
                  <p:nvPr/>
                </p:nvPicPr>
                <p:blipFill>
                  <a:blip r:embed="rId76"/>
                  <a:stretch>
                    <a:fillRect/>
                  </a:stretch>
                </p:blipFill>
                <p:spPr>
                  <a:xfrm>
                    <a:off x="2958897" y="6642542"/>
                    <a:ext cx="168480" cy="751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7">
                <p14:nvContentPartPr>
                  <p14:cNvPr id="112" name="Ink 111">
                    <a:extLst>
                      <a:ext uri="{FF2B5EF4-FFF2-40B4-BE49-F238E27FC236}">
                        <a16:creationId xmlns:a16="http://schemas.microsoft.com/office/drawing/2014/main" id="{833136DB-554D-3FE8-E1B0-CE5B78C3F398}"/>
                      </a:ext>
                    </a:extLst>
                  </p14:cNvPr>
                  <p14:cNvContentPartPr/>
                  <p14:nvPr/>
                </p14:nvContentPartPr>
                <p14:xfrm>
                  <a:off x="3016497" y="6745629"/>
                  <a:ext cx="103320" cy="24120"/>
                </p14:xfrm>
              </p:contentPart>
            </mc:Choice>
            <mc:Fallback xmlns="">
              <p:pic>
                <p:nvPicPr>
                  <p:cNvPr id="112" name="Ink 111">
                    <a:extLst>
                      <a:ext uri="{FF2B5EF4-FFF2-40B4-BE49-F238E27FC236}">
                        <a16:creationId xmlns:a16="http://schemas.microsoft.com/office/drawing/2014/main" id="{833136DB-554D-3FE8-E1B0-CE5B78C3F398}"/>
                      </a:ext>
                    </a:extLst>
                  </p:cNvPr>
                  <p:cNvPicPr/>
                  <p:nvPr/>
                </p:nvPicPr>
                <p:blipFill>
                  <a:blip r:embed="rId78"/>
                  <a:stretch>
                    <a:fillRect/>
                  </a:stretch>
                </p:blipFill>
                <p:spPr>
                  <a:xfrm>
                    <a:off x="3001071" y="6730149"/>
                    <a:ext cx="133814" cy="54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9">
                <p14:nvContentPartPr>
                  <p14:cNvPr id="117" name="Ink 116">
                    <a:extLst>
                      <a:ext uri="{FF2B5EF4-FFF2-40B4-BE49-F238E27FC236}">
                        <a16:creationId xmlns:a16="http://schemas.microsoft.com/office/drawing/2014/main" id="{DBF3162D-8CE9-9458-DC86-CF9AB1C0C3A5}"/>
                      </a:ext>
                    </a:extLst>
                  </p14:cNvPr>
                  <p14:cNvContentPartPr/>
                  <p14:nvPr/>
                </p14:nvContentPartPr>
                <p14:xfrm>
                  <a:off x="3167337" y="6650229"/>
                  <a:ext cx="147600" cy="28440"/>
                </p14:xfrm>
              </p:contentPart>
            </mc:Choice>
            <mc:Fallback xmlns="">
              <p:pic>
                <p:nvPicPr>
                  <p:cNvPr id="117" name="Ink 116">
                    <a:extLst>
                      <a:ext uri="{FF2B5EF4-FFF2-40B4-BE49-F238E27FC236}">
                        <a16:creationId xmlns:a16="http://schemas.microsoft.com/office/drawing/2014/main" id="{DBF3162D-8CE9-9458-DC86-CF9AB1C0C3A5}"/>
                      </a:ext>
                    </a:extLst>
                  </p:cNvPr>
                  <p:cNvPicPr/>
                  <p:nvPr/>
                </p:nvPicPr>
                <p:blipFill>
                  <a:blip r:embed="rId80"/>
                  <a:stretch>
                    <a:fillRect/>
                  </a:stretch>
                </p:blipFill>
                <p:spPr>
                  <a:xfrm>
                    <a:off x="3151819" y="6634749"/>
                    <a:ext cx="178275" cy="59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1">
                <p14:nvContentPartPr>
                  <p14:cNvPr id="118" name="Ink 117">
                    <a:extLst>
                      <a:ext uri="{FF2B5EF4-FFF2-40B4-BE49-F238E27FC236}">
                        <a16:creationId xmlns:a16="http://schemas.microsoft.com/office/drawing/2014/main" id="{984E6278-9EA1-6F71-E926-0D490B023C6F}"/>
                      </a:ext>
                    </a:extLst>
                  </p14:cNvPr>
                  <p14:cNvContentPartPr/>
                  <p14:nvPr/>
                </p14:nvContentPartPr>
                <p14:xfrm>
                  <a:off x="3242937" y="6677949"/>
                  <a:ext cx="3960" cy="187200"/>
                </p14:xfrm>
              </p:contentPart>
            </mc:Choice>
            <mc:Fallback xmlns="">
              <p:pic>
                <p:nvPicPr>
                  <p:cNvPr id="118" name="Ink 117">
                    <a:extLst>
                      <a:ext uri="{FF2B5EF4-FFF2-40B4-BE49-F238E27FC236}">
                        <a16:creationId xmlns:a16="http://schemas.microsoft.com/office/drawing/2014/main" id="{984E6278-9EA1-6F71-E926-0D490B023C6F}"/>
                      </a:ext>
                    </a:extLst>
                  </p:cNvPr>
                  <p:cNvPicPr/>
                  <p:nvPr/>
                </p:nvPicPr>
                <p:blipFill>
                  <a:blip r:embed="rId82"/>
                  <a:stretch>
                    <a:fillRect/>
                  </a:stretch>
                </p:blipFill>
                <p:spPr>
                  <a:xfrm>
                    <a:off x="3227457" y="6662469"/>
                    <a:ext cx="34560" cy="217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3">
                <p14:nvContentPartPr>
                  <p14:cNvPr id="119" name="Ink 118">
                    <a:extLst>
                      <a:ext uri="{FF2B5EF4-FFF2-40B4-BE49-F238E27FC236}">
                        <a16:creationId xmlns:a16="http://schemas.microsoft.com/office/drawing/2014/main" id="{6F6919C9-4076-C13F-21F8-B63CEA5A062C}"/>
                      </a:ext>
                    </a:extLst>
                  </p14:cNvPr>
                  <p14:cNvContentPartPr/>
                  <p14:nvPr/>
                </p14:nvContentPartPr>
                <p14:xfrm>
                  <a:off x="3354177" y="6690189"/>
                  <a:ext cx="171360" cy="151560"/>
                </p14:xfrm>
              </p:contentPart>
            </mc:Choice>
            <mc:Fallback xmlns="">
              <p:pic>
                <p:nvPicPr>
                  <p:cNvPr id="119" name="Ink 118">
                    <a:extLst>
                      <a:ext uri="{FF2B5EF4-FFF2-40B4-BE49-F238E27FC236}">
                        <a16:creationId xmlns:a16="http://schemas.microsoft.com/office/drawing/2014/main" id="{6F6919C9-4076-C13F-21F8-B63CEA5A062C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3338697" y="6674709"/>
                    <a:ext cx="201960" cy="182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5">
                <p14:nvContentPartPr>
                  <p14:cNvPr id="121" name="Ink 120">
                    <a:extLst>
                      <a:ext uri="{FF2B5EF4-FFF2-40B4-BE49-F238E27FC236}">
                        <a16:creationId xmlns:a16="http://schemas.microsoft.com/office/drawing/2014/main" id="{C1641C78-686E-5C4F-FFD4-AAC429EC0F9A}"/>
                      </a:ext>
                    </a:extLst>
                  </p14:cNvPr>
                  <p14:cNvContentPartPr/>
                  <p14:nvPr/>
                </p14:nvContentPartPr>
                <p14:xfrm>
                  <a:off x="5074147" y="6376505"/>
                  <a:ext cx="1859680" cy="129100"/>
                </p14:xfrm>
              </p:contentPart>
            </mc:Choice>
            <mc:Fallback xmlns="">
              <p:pic>
                <p:nvPicPr>
                  <p:cNvPr id="121" name="Ink 120">
                    <a:extLst>
                      <a:ext uri="{FF2B5EF4-FFF2-40B4-BE49-F238E27FC236}">
                        <a16:creationId xmlns:a16="http://schemas.microsoft.com/office/drawing/2014/main" id="{C1641C78-686E-5C4F-FFD4-AAC429EC0F9A}"/>
                      </a:ext>
                    </a:extLst>
                  </p:cNvPr>
                  <p:cNvPicPr/>
                  <p:nvPr/>
                </p:nvPicPr>
                <p:blipFill>
                  <a:blip r:embed="rId86"/>
                  <a:stretch>
                    <a:fillRect/>
                  </a:stretch>
                </p:blipFill>
                <p:spPr>
                  <a:xfrm>
                    <a:off x="5058665" y="6361042"/>
                    <a:ext cx="1890285" cy="159667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28A62D84-0D57-54CA-9059-AEEC9A038D28}"/>
                </a:ext>
              </a:extLst>
            </p:cNvPr>
            <p:cNvGrpSpPr/>
            <p:nvPr/>
          </p:nvGrpSpPr>
          <p:grpSpPr>
            <a:xfrm>
              <a:off x="6591950" y="6408569"/>
              <a:ext cx="608400" cy="250560"/>
              <a:chOff x="5608982" y="6655380"/>
              <a:chExt cx="608400" cy="2505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7">
                <p14:nvContentPartPr>
                  <p14:cNvPr id="123" name="Ink 122">
                    <a:extLst>
                      <a:ext uri="{FF2B5EF4-FFF2-40B4-BE49-F238E27FC236}">
                        <a16:creationId xmlns:a16="http://schemas.microsoft.com/office/drawing/2014/main" id="{DF58526D-1F72-A850-1A39-068837FE9249}"/>
                      </a:ext>
                    </a:extLst>
                  </p14:cNvPr>
                  <p14:cNvContentPartPr/>
                  <p14:nvPr/>
                </p14:nvContentPartPr>
                <p14:xfrm>
                  <a:off x="5608982" y="6655380"/>
                  <a:ext cx="131760" cy="234720"/>
                </p14:xfrm>
              </p:contentPart>
            </mc:Choice>
            <mc:Fallback xmlns="">
              <p:pic>
                <p:nvPicPr>
                  <p:cNvPr id="123" name="Ink 122">
                    <a:extLst>
                      <a:ext uri="{FF2B5EF4-FFF2-40B4-BE49-F238E27FC236}">
                        <a16:creationId xmlns:a16="http://schemas.microsoft.com/office/drawing/2014/main" id="{DF58526D-1F72-A850-1A39-068837FE9249}"/>
                      </a:ext>
                    </a:extLst>
                  </p:cNvPr>
                  <p:cNvPicPr/>
                  <p:nvPr/>
                </p:nvPicPr>
                <p:blipFill>
                  <a:blip r:embed="rId88"/>
                  <a:stretch>
                    <a:fillRect/>
                  </a:stretch>
                </p:blipFill>
                <p:spPr>
                  <a:xfrm>
                    <a:off x="5593502" y="6639900"/>
                    <a:ext cx="162360" cy="265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9">
                <p14:nvContentPartPr>
                  <p14:cNvPr id="124" name="Ink 123">
                    <a:extLst>
                      <a:ext uri="{FF2B5EF4-FFF2-40B4-BE49-F238E27FC236}">
                        <a16:creationId xmlns:a16="http://schemas.microsoft.com/office/drawing/2014/main" id="{5DD1721B-53B0-5E2B-8899-B20F091088C4}"/>
                      </a:ext>
                    </a:extLst>
                  </p14:cNvPr>
                  <p14:cNvContentPartPr/>
                  <p14:nvPr/>
                </p14:nvContentPartPr>
                <p14:xfrm>
                  <a:off x="5734262" y="6822060"/>
                  <a:ext cx="61920" cy="83880"/>
                </p14:xfrm>
              </p:contentPart>
            </mc:Choice>
            <mc:Fallback xmlns="">
              <p:pic>
                <p:nvPicPr>
                  <p:cNvPr id="124" name="Ink 123">
                    <a:extLst>
                      <a:ext uri="{FF2B5EF4-FFF2-40B4-BE49-F238E27FC236}">
                        <a16:creationId xmlns:a16="http://schemas.microsoft.com/office/drawing/2014/main" id="{5DD1721B-53B0-5E2B-8899-B20F091088C4}"/>
                      </a:ext>
                    </a:extLst>
                  </p:cNvPr>
                  <p:cNvPicPr/>
                  <p:nvPr/>
                </p:nvPicPr>
                <p:blipFill>
                  <a:blip r:embed="rId90"/>
                  <a:stretch>
                    <a:fillRect/>
                  </a:stretch>
                </p:blipFill>
                <p:spPr>
                  <a:xfrm>
                    <a:off x="5718782" y="6806580"/>
                    <a:ext cx="92520" cy="114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1">
                <p14:nvContentPartPr>
                  <p14:cNvPr id="125" name="Ink 124">
                    <a:extLst>
                      <a:ext uri="{FF2B5EF4-FFF2-40B4-BE49-F238E27FC236}">
                        <a16:creationId xmlns:a16="http://schemas.microsoft.com/office/drawing/2014/main" id="{644F658E-77BB-B5F2-24C0-5E4D0E79745E}"/>
                      </a:ext>
                    </a:extLst>
                  </p14:cNvPr>
                  <p14:cNvContentPartPr/>
                  <p14:nvPr/>
                </p14:nvContentPartPr>
                <p14:xfrm>
                  <a:off x="5839382" y="6774540"/>
                  <a:ext cx="83880" cy="123480"/>
                </p14:xfrm>
              </p:contentPart>
            </mc:Choice>
            <mc:Fallback xmlns="">
              <p:pic>
                <p:nvPicPr>
                  <p:cNvPr id="125" name="Ink 124">
                    <a:extLst>
                      <a:ext uri="{FF2B5EF4-FFF2-40B4-BE49-F238E27FC236}">
                        <a16:creationId xmlns:a16="http://schemas.microsoft.com/office/drawing/2014/main" id="{644F658E-77BB-B5F2-24C0-5E4D0E79745E}"/>
                      </a:ext>
                    </a:extLst>
                  </p:cNvPr>
                  <p:cNvPicPr/>
                  <p:nvPr/>
                </p:nvPicPr>
                <p:blipFill>
                  <a:blip r:embed="rId92"/>
                  <a:stretch>
                    <a:fillRect/>
                  </a:stretch>
                </p:blipFill>
                <p:spPr>
                  <a:xfrm>
                    <a:off x="5823835" y="6759105"/>
                    <a:ext cx="114612" cy="15399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3">
                <p14:nvContentPartPr>
                  <p14:cNvPr id="126" name="Ink 125">
                    <a:extLst>
                      <a:ext uri="{FF2B5EF4-FFF2-40B4-BE49-F238E27FC236}">
                        <a16:creationId xmlns:a16="http://schemas.microsoft.com/office/drawing/2014/main" id="{AECA95DF-FFEB-BEA7-58D4-3278B762A7B5}"/>
                      </a:ext>
                    </a:extLst>
                  </p14:cNvPr>
                  <p14:cNvContentPartPr/>
                  <p14:nvPr/>
                </p14:nvContentPartPr>
                <p14:xfrm>
                  <a:off x="5950622" y="6758700"/>
                  <a:ext cx="266760" cy="131400"/>
                </p14:xfrm>
              </p:contentPart>
            </mc:Choice>
            <mc:Fallback xmlns="">
              <p:pic>
                <p:nvPicPr>
                  <p:cNvPr id="126" name="Ink 125">
                    <a:extLst>
                      <a:ext uri="{FF2B5EF4-FFF2-40B4-BE49-F238E27FC236}">
                        <a16:creationId xmlns:a16="http://schemas.microsoft.com/office/drawing/2014/main" id="{AECA95DF-FFEB-BEA7-58D4-3278B762A7B5}"/>
                      </a:ext>
                    </a:extLst>
                  </p:cNvPr>
                  <p:cNvPicPr/>
                  <p:nvPr/>
                </p:nvPicPr>
                <p:blipFill>
                  <a:blip r:embed="rId94"/>
                  <a:stretch>
                    <a:fillRect/>
                  </a:stretch>
                </p:blipFill>
                <p:spPr>
                  <a:xfrm>
                    <a:off x="5935121" y="6743220"/>
                    <a:ext cx="297401" cy="162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89BF8D6-2278-588B-FF29-F8E287F36E64}"/>
                    </a:ext>
                  </a:extLst>
                </p14:cNvPr>
                <p14:cNvContentPartPr/>
                <p14:nvPr/>
              </p14:nvContentPartPr>
              <p14:xfrm>
                <a:off x="7957909" y="5966089"/>
                <a:ext cx="95760" cy="1314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89BF8D6-2278-588B-FF29-F8E287F36E6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942371" y="5950651"/>
                  <a:ext cx="126475" cy="1619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67A1FC1-D3E0-33C0-EC1E-A3D70A454E26}"/>
                    </a:ext>
                  </a:extLst>
                </p14:cNvPr>
                <p14:cNvContentPartPr/>
                <p14:nvPr/>
              </p14:nvContentPartPr>
              <p14:xfrm>
                <a:off x="2380995" y="2389335"/>
                <a:ext cx="139320" cy="835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67A1FC1-D3E0-33C0-EC1E-A3D70A454E2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365515" y="2373855"/>
                  <a:ext cx="1699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4F1F7D9-2C58-4F4B-930E-C3F9213648A7}"/>
                    </a:ext>
                  </a:extLst>
                </p14:cNvPr>
                <p14:cNvContentPartPr/>
                <p14:nvPr/>
              </p14:nvContentPartPr>
              <p14:xfrm>
                <a:off x="3880027" y="5174074"/>
                <a:ext cx="274320" cy="12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4F1F7D9-2C58-4F4B-930E-C3F9213648A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864547" y="5158594"/>
                  <a:ext cx="3049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ED68E06-F3E5-FCB1-D742-E34E573B9C2A}"/>
                    </a:ext>
                  </a:extLst>
                </p14:cNvPr>
                <p14:cNvContentPartPr/>
                <p14:nvPr/>
              </p14:nvContentPartPr>
              <p14:xfrm>
                <a:off x="3869990" y="5203264"/>
                <a:ext cx="241560" cy="199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ED68E06-F3E5-FCB1-D742-E34E573B9C2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854510" y="5187784"/>
                  <a:ext cx="272160" cy="23004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8C3F2B9-E05B-4066-1C97-C7380571C655}"/>
                </a:ext>
              </a:extLst>
            </p:cNvPr>
            <p:cNvGrpSpPr/>
            <p:nvPr/>
          </p:nvGrpSpPr>
          <p:grpSpPr>
            <a:xfrm>
              <a:off x="4213070" y="4356904"/>
              <a:ext cx="1727640" cy="825480"/>
              <a:chOff x="3972925" y="4262625"/>
              <a:chExt cx="1727640" cy="8254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03">
                <p14:nvContentPartPr>
                  <p14:cNvPr id="64" name="Ink 63">
                    <a:extLst>
                      <a:ext uri="{FF2B5EF4-FFF2-40B4-BE49-F238E27FC236}">
                        <a16:creationId xmlns:a16="http://schemas.microsoft.com/office/drawing/2014/main" id="{4C241481-DEBD-F0D5-AAED-5BB50AB89E58}"/>
                      </a:ext>
                    </a:extLst>
                  </p14:cNvPr>
                  <p14:cNvContentPartPr/>
                  <p14:nvPr/>
                </p14:nvContentPartPr>
                <p14:xfrm>
                  <a:off x="3972925" y="4829265"/>
                  <a:ext cx="254160" cy="258840"/>
                </p14:xfrm>
              </p:contentPart>
            </mc:Choice>
            <mc:Fallback xmlns="">
              <p:pic>
                <p:nvPicPr>
                  <p:cNvPr id="64" name="Ink 63">
                    <a:extLst>
                      <a:ext uri="{FF2B5EF4-FFF2-40B4-BE49-F238E27FC236}">
                        <a16:creationId xmlns:a16="http://schemas.microsoft.com/office/drawing/2014/main" id="{4C241481-DEBD-F0D5-AAED-5BB50AB89E58}"/>
                      </a:ext>
                    </a:extLst>
                  </p:cNvPr>
                  <p:cNvPicPr/>
                  <p:nvPr/>
                </p:nvPicPr>
                <p:blipFill>
                  <a:blip r:embed="rId104"/>
                  <a:stretch>
                    <a:fillRect/>
                  </a:stretch>
                </p:blipFill>
                <p:spPr>
                  <a:xfrm>
                    <a:off x="3957445" y="4813785"/>
                    <a:ext cx="284760" cy="289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5">
                <p14:nvContentPartPr>
                  <p14:cNvPr id="65" name="Ink 64">
                    <a:extLst>
                      <a:ext uri="{FF2B5EF4-FFF2-40B4-BE49-F238E27FC236}">
                        <a16:creationId xmlns:a16="http://schemas.microsoft.com/office/drawing/2014/main" id="{9891B690-5D59-ED08-D5F0-B2C8E04F318E}"/>
                      </a:ext>
                    </a:extLst>
                  </p14:cNvPr>
                  <p14:cNvContentPartPr/>
                  <p14:nvPr/>
                </p14:nvContentPartPr>
                <p14:xfrm>
                  <a:off x="4227085" y="4795785"/>
                  <a:ext cx="317880" cy="38520"/>
                </p14:xfrm>
              </p:contentPart>
            </mc:Choice>
            <mc:Fallback xmlns="">
              <p:pic>
                <p:nvPicPr>
                  <p:cNvPr id="65" name="Ink 64">
                    <a:extLst>
                      <a:ext uri="{FF2B5EF4-FFF2-40B4-BE49-F238E27FC236}">
                        <a16:creationId xmlns:a16="http://schemas.microsoft.com/office/drawing/2014/main" id="{9891B690-5D59-ED08-D5F0-B2C8E04F318E}"/>
                      </a:ext>
                    </a:extLst>
                  </p:cNvPr>
                  <p:cNvPicPr/>
                  <p:nvPr/>
                </p:nvPicPr>
                <p:blipFill>
                  <a:blip r:embed="rId106"/>
                  <a:stretch>
                    <a:fillRect/>
                  </a:stretch>
                </p:blipFill>
                <p:spPr>
                  <a:xfrm>
                    <a:off x="4211605" y="4780305"/>
                    <a:ext cx="348480" cy="69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7">
                <p14:nvContentPartPr>
                  <p14:cNvPr id="67" name="Ink 66">
                    <a:extLst>
                      <a:ext uri="{FF2B5EF4-FFF2-40B4-BE49-F238E27FC236}">
                        <a16:creationId xmlns:a16="http://schemas.microsoft.com/office/drawing/2014/main" id="{675799A5-A0D9-B01B-364D-8AF6B81EDAAE}"/>
                      </a:ext>
                    </a:extLst>
                  </p14:cNvPr>
                  <p14:cNvContentPartPr/>
                  <p14:nvPr/>
                </p14:nvContentPartPr>
                <p14:xfrm>
                  <a:off x="4586725" y="4799745"/>
                  <a:ext cx="241560" cy="17280"/>
                </p14:xfrm>
              </p:contentPart>
            </mc:Choice>
            <mc:Fallback xmlns="">
              <p:pic>
                <p:nvPicPr>
                  <p:cNvPr id="67" name="Ink 66">
                    <a:extLst>
                      <a:ext uri="{FF2B5EF4-FFF2-40B4-BE49-F238E27FC236}">
                        <a16:creationId xmlns:a16="http://schemas.microsoft.com/office/drawing/2014/main" id="{675799A5-A0D9-B01B-364D-8AF6B81EDAAE}"/>
                      </a:ext>
                    </a:extLst>
                  </p:cNvPr>
                  <p:cNvPicPr/>
                  <p:nvPr/>
                </p:nvPicPr>
                <p:blipFill>
                  <a:blip r:embed="rId108"/>
                  <a:stretch>
                    <a:fillRect/>
                  </a:stretch>
                </p:blipFill>
                <p:spPr>
                  <a:xfrm>
                    <a:off x="4571245" y="4784265"/>
                    <a:ext cx="272160" cy="47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9">
                <p14:nvContentPartPr>
                  <p14:cNvPr id="68" name="Ink 67">
                    <a:extLst>
                      <a:ext uri="{FF2B5EF4-FFF2-40B4-BE49-F238E27FC236}">
                        <a16:creationId xmlns:a16="http://schemas.microsoft.com/office/drawing/2014/main" id="{BEC19A76-DC7A-AD96-9413-59C63FFD4714}"/>
                      </a:ext>
                    </a:extLst>
                  </p14:cNvPr>
                  <p14:cNvContentPartPr/>
                  <p14:nvPr/>
                </p14:nvContentPartPr>
                <p14:xfrm>
                  <a:off x="4840885" y="4562865"/>
                  <a:ext cx="254160" cy="258840"/>
                </p14:xfrm>
              </p:contentPart>
            </mc:Choice>
            <mc:Fallback xmlns="">
              <p:pic>
                <p:nvPicPr>
                  <p:cNvPr id="68" name="Ink 67">
                    <a:extLst>
                      <a:ext uri="{FF2B5EF4-FFF2-40B4-BE49-F238E27FC236}">
                        <a16:creationId xmlns:a16="http://schemas.microsoft.com/office/drawing/2014/main" id="{BEC19A76-DC7A-AD96-9413-59C63FFD4714}"/>
                      </a:ext>
                    </a:extLst>
                  </p:cNvPr>
                  <p:cNvPicPr/>
                  <p:nvPr/>
                </p:nvPicPr>
                <p:blipFill>
                  <a:blip r:embed="rId110"/>
                  <a:stretch>
                    <a:fillRect/>
                  </a:stretch>
                </p:blipFill>
                <p:spPr>
                  <a:xfrm>
                    <a:off x="4825405" y="4547385"/>
                    <a:ext cx="284760" cy="289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1">
                <p14:nvContentPartPr>
                  <p14:cNvPr id="69" name="Ink 68">
                    <a:extLst>
                      <a:ext uri="{FF2B5EF4-FFF2-40B4-BE49-F238E27FC236}">
                        <a16:creationId xmlns:a16="http://schemas.microsoft.com/office/drawing/2014/main" id="{666CA9C6-F47D-1763-8540-A84AD743F5F9}"/>
                      </a:ext>
                    </a:extLst>
                  </p14:cNvPr>
                  <p14:cNvContentPartPr/>
                  <p14:nvPr/>
                </p14:nvContentPartPr>
                <p14:xfrm>
                  <a:off x="5124205" y="4296465"/>
                  <a:ext cx="267120" cy="266760"/>
                </p14:xfrm>
              </p:contentPart>
            </mc:Choice>
            <mc:Fallback xmlns="">
              <p:pic>
                <p:nvPicPr>
                  <p:cNvPr id="69" name="Ink 68">
                    <a:extLst>
                      <a:ext uri="{FF2B5EF4-FFF2-40B4-BE49-F238E27FC236}">
                        <a16:creationId xmlns:a16="http://schemas.microsoft.com/office/drawing/2014/main" id="{666CA9C6-F47D-1763-8540-A84AD743F5F9}"/>
                      </a:ext>
                    </a:extLst>
                  </p:cNvPr>
                  <p:cNvPicPr/>
                  <p:nvPr/>
                </p:nvPicPr>
                <p:blipFill>
                  <a:blip r:embed="rId112"/>
                  <a:stretch>
                    <a:fillRect/>
                  </a:stretch>
                </p:blipFill>
                <p:spPr>
                  <a:xfrm>
                    <a:off x="5108725" y="4280985"/>
                    <a:ext cx="297720" cy="297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3">
                <p14:nvContentPartPr>
                  <p14:cNvPr id="70" name="Ink 69">
                    <a:extLst>
                      <a:ext uri="{FF2B5EF4-FFF2-40B4-BE49-F238E27FC236}">
                        <a16:creationId xmlns:a16="http://schemas.microsoft.com/office/drawing/2014/main" id="{4AAC2D69-1E3E-74D7-9BD0-DA66FDD54FCE}"/>
                      </a:ext>
                    </a:extLst>
                  </p14:cNvPr>
                  <p14:cNvContentPartPr/>
                  <p14:nvPr/>
                </p14:nvContentPartPr>
                <p14:xfrm>
                  <a:off x="5399605" y="4262625"/>
                  <a:ext cx="300960" cy="29880"/>
                </p14:xfrm>
              </p:contentPart>
            </mc:Choice>
            <mc:Fallback xmlns="">
              <p:pic>
                <p:nvPicPr>
                  <p:cNvPr id="70" name="Ink 69">
                    <a:extLst>
                      <a:ext uri="{FF2B5EF4-FFF2-40B4-BE49-F238E27FC236}">
                        <a16:creationId xmlns:a16="http://schemas.microsoft.com/office/drawing/2014/main" id="{4AAC2D69-1E3E-74D7-9BD0-DA66FDD54FCE}"/>
                      </a:ext>
                    </a:extLst>
                  </p:cNvPr>
                  <p:cNvPicPr/>
                  <p:nvPr/>
                </p:nvPicPr>
                <p:blipFill>
                  <a:blip r:embed="rId114"/>
                  <a:stretch>
                    <a:fillRect/>
                  </a:stretch>
                </p:blipFill>
                <p:spPr>
                  <a:xfrm>
                    <a:off x="5384125" y="4247329"/>
                    <a:ext cx="331560" cy="60116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3280785-5D91-95EE-FF3C-D480FD1E1B83}"/>
                    </a:ext>
                  </a:extLst>
                </p14:cNvPr>
                <p14:cNvContentPartPr/>
                <p14:nvPr/>
              </p14:nvContentPartPr>
              <p14:xfrm>
                <a:off x="4242950" y="5165104"/>
                <a:ext cx="232920" cy="342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3280785-5D91-95EE-FF3C-D480FD1E1B8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227470" y="5149785"/>
                  <a:ext cx="263520" cy="644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E112257-32EA-FE11-E013-775665149E84}"/>
                    </a:ext>
                  </a:extLst>
                </p14:cNvPr>
                <p14:cNvContentPartPr/>
                <p14:nvPr/>
              </p14:nvContentPartPr>
              <p14:xfrm>
                <a:off x="4496750" y="4928224"/>
                <a:ext cx="305280" cy="267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E112257-32EA-FE11-E013-775665149E8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481252" y="4912744"/>
                  <a:ext cx="335916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E92329F-8A73-7F52-F460-92C5E838EFEE}"/>
                    </a:ext>
                  </a:extLst>
                </p14:cNvPr>
                <p14:cNvContentPartPr/>
                <p14:nvPr/>
              </p14:nvContentPartPr>
              <p14:xfrm>
                <a:off x="4826870" y="4636264"/>
                <a:ext cx="228960" cy="2368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E92329F-8A73-7F52-F460-92C5E838EFE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811390" y="4620784"/>
                  <a:ext cx="2595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5CEE20C-03FC-9F21-486C-743CC91B1A57}"/>
                    </a:ext>
                  </a:extLst>
                </p14:cNvPr>
                <p14:cNvContentPartPr/>
                <p14:nvPr/>
              </p14:nvContentPartPr>
              <p14:xfrm>
                <a:off x="5059790" y="4636264"/>
                <a:ext cx="279720" cy="8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5CEE20C-03FC-9F21-486C-743CC91B1A5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044290" y="4620784"/>
                  <a:ext cx="310359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71AAE6D-FDC7-0CAC-AB8C-89DB456E8B4C}"/>
                    </a:ext>
                  </a:extLst>
                </p14:cNvPr>
                <p14:cNvContentPartPr/>
                <p14:nvPr/>
              </p14:nvContentPartPr>
              <p14:xfrm>
                <a:off x="5407190" y="4644544"/>
                <a:ext cx="313560" cy="29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71AAE6D-FDC7-0CAC-AB8C-89DB456E8B4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391710" y="4629064"/>
                  <a:ext cx="3441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F675603-78CA-319F-69F1-DEB59A0C2A54}"/>
                    </a:ext>
                  </a:extLst>
                </p14:cNvPr>
                <p14:cNvContentPartPr/>
                <p14:nvPr/>
              </p14:nvContentPartPr>
              <p14:xfrm>
                <a:off x="5715710" y="4394704"/>
                <a:ext cx="224640" cy="2419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F675603-78CA-319F-69F1-DEB59A0C2A5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700230" y="4379224"/>
                  <a:ext cx="255240" cy="27252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CB28A597-5C76-43E6-14D7-1A48E36AE9A5}"/>
                </a:ext>
              </a:extLst>
            </p:cNvPr>
            <p:cNvGrpSpPr/>
            <p:nvPr/>
          </p:nvGrpSpPr>
          <p:grpSpPr>
            <a:xfrm>
              <a:off x="5974190" y="4361224"/>
              <a:ext cx="2066040" cy="29880"/>
              <a:chOff x="5734045" y="4266945"/>
              <a:chExt cx="2066040" cy="298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27">
                <p14:nvContentPartPr>
                  <p14:cNvPr id="92" name="Ink 91">
                    <a:extLst>
                      <a:ext uri="{FF2B5EF4-FFF2-40B4-BE49-F238E27FC236}">
                        <a16:creationId xmlns:a16="http://schemas.microsoft.com/office/drawing/2014/main" id="{045E5BD7-5D53-881A-F7AE-BB7FF5F1B292}"/>
                      </a:ext>
                    </a:extLst>
                  </p14:cNvPr>
                  <p14:cNvContentPartPr/>
                  <p14:nvPr/>
                </p14:nvContentPartPr>
                <p14:xfrm>
                  <a:off x="5734045" y="4283505"/>
                  <a:ext cx="279720" cy="12960"/>
                </p14:xfrm>
              </p:contentPart>
            </mc:Choice>
            <mc:Fallback xmlns="">
              <p:pic>
                <p:nvPicPr>
                  <p:cNvPr id="92" name="Ink 91">
                    <a:extLst>
                      <a:ext uri="{FF2B5EF4-FFF2-40B4-BE49-F238E27FC236}">
                        <a16:creationId xmlns:a16="http://schemas.microsoft.com/office/drawing/2014/main" id="{045E5BD7-5D53-881A-F7AE-BB7FF5F1B292}"/>
                      </a:ext>
                    </a:extLst>
                  </p:cNvPr>
                  <p:cNvPicPr/>
                  <p:nvPr/>
                </p:nvPicPr>
                <p:blipFill>
                  <a:blip r:embed="rId128"/>
                  <a:stretch>
                    <a:fillRect/>
                  </a:stretch>
                </p:blipFill>
                <p:spPr>
                  <a:xfrm>
                    <a:off x="5718585" y="4268025"/>
                    <a:ext cx="310281" cy="43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9">
                <p14:nvContentPartPr>
                  <p14:cNvPr id="93" name="Ink 92">
                    <a:extLst>
                      <a:ext uri="{FF2B5EF4-FFF2-40B4-BE49-F238E27FC236}">
                        <a16:creationId xmlns:a16="http://schemas.microsoft.com/office/drawing/2014/main" id="{F2DD5AB4-93B0-30B5-E935-B4CEA2D7E824}"/>
                      </a:ext>
                    </a:extLst>
                  </p14:cNvPr>
                  <p14:cNvContentPartPr/>
                  <p14:nvPr/>
                </p14:nvContentPartPr>
                <p14:xfrm>
                  <a:off x="6038965" y="4275225"/>
                  <a:ext cx="237240" cy="8640"/>
                </p14:xfrm>
              </p:contentPart>
            </mc:Choice>
            <mc:Fallback xmlns="">
              <p:pic>
                <p:nvPicPr>
                  <p:cNvPr id="93" name="Ink 92">
                    <a:extLst>
                      <a:ext uri="{FF2B5EF4-FFF2-40B4-BE49-F238E27FC236}">
                        <a16:creationId xmlns:a16="http://schemas.microsoft.com/office/drawing/2014/main" id="{F2DD5AB4-93B0-30B5-E935-B4CEA2D7E824}"/>
                      </a:ext>
                    </a:extLst>
                  </p:cNvPr>
                  <p:cNvPicPr/>
                  <p:nvPr/>
                </p:nvPicPr>
                <p:blipFill>
                  <a:blip r:embed="rId130"/>
                  <a:stretch>
                    <a:fillRect/>
                  </a:stretch>
                </p:blipFill>
                <p:spPr>
                  <a:xfrm>
                    <a:off x="6023485" y="4259745"/>
                    <a:ext cx="267840" cy="39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1">
                <p14:nvContentPartPr>
                  <p14:cNvPr id="94" name="Ink 93">
                    <a:extLst>
                      <a:ext uri="{FF2B5EF4-FFF2-40B4-BE49-F238E27FC236}">
                        <a16:creationId xmlns:a16="http://schemas.microsoft.com/office/drawing/2014/main" id="{AADDE472-8DB9-CD05-AA84-9884102F9D39}"/>
                      </a:ext>
                    </a:extLst>
                  </p14:cNvPr>
                  <p14:cNvContentPartPr/>
                  <p14:nvPr/>
                </p14:nvContentPartPr>
                <p14:xfrm>
                  <a:off x="6351805" y="4279545"/>
                  <a:ext cx="275760" cy="8640"/>
                </p14:xfrm>
              </p:contentPart>
            </mc:Choice>
            <mc:Fallback xmlns="">
              <p:pic>
                <p:nvPicPr>
                  <p:cNvPr id="94" name="Ink 93">
                    <a:extLst>
                      <a:ext uri="{FF2B5EF4-FFF2-40B4-BE49-F238E27FC236}">
                        <a16:creationId xmlns:a16="http://schemas.microsoft.com/office/drawing/2014/main" id="{AADDE472-8DB9-CD05-AA84-9884102F9D39}"/>
                      </a:ext>
                    </a:extLst>
                  </p:cNvPr>
                  <p:cNvPicPr/>
                  <p:nvPr/>
                </p:nvPicPr>
                <p:blipFill>
                  <a:blip r:embed="rId132"/>
                  <a:stretch>
                    <a:fillRect/>
                  </a:stretch>
                </p:blipFill>
                <p:spPr>
                  <a:xfrm>
                    <a:off x="6336325" y="4264065"/>
                    <a:ext cx="306360" cy="39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3">
                <p14:nvContentPartPr>
                  <p14:cNvPr id="95" name="Ink 94">
                    <a:extLst>
                      <a:ext uri="{FF2B5EF4-FFF2-40B4-BE49-F238E27FC236}">
                        <a16:creationId xmlns:a16="http://schemas.microsoft.com/office/drawing/2014/main" id="{5A53B978-8BD0-3792-C477-9AE765320263}"/>
                      </a:ext>
                    </a:extLst>
                  </p14:cNvPr>
                  <p14:cNvContentPartPr/>
                  <p14:nvPr/>
                </p14:nvContentPartPr>
                <p14:xfrm>
                  <a:off x="6707845" y="4275225"/>
                  <a:ext cx="254160" cy="8640"/>
                </p14:xfrm>
              </p:contentPart>
            </mc:Choice>
            <mc:Fallback xmlns="">
              <p:pic>
                <p:nvPicPr>
                  <p:cNvPr id="95" name="Ink 94">
                    <a:extLst>
                      <a:ext uri="{FF2B5EF4-FFF2-40B4-BE49-F238E27FC236}">
                        <a16:creationId xmlns:a16="http://schemas.microsoft.com/office/drawing/2014/main" id="{5A53B978-8BD0-3792-C477-9AE765320263}"/>
                      </a:ext>
                    </a:extLst>
                  </p:cNvPr>
                  <p:cNvPicPr/>
                  <p:nvPr/>
                </p:nvPicPr>
                <p:blipFill>
                  <a:blip r:embed="rId134"/>
                  <a:stretch>
                    <a:fillRect/>
                  </a:stretch>
                </p:blipFill>
                <p:spPr>
                  <a:xfrm>
                    <a:off x="6692387" y="4259745"/>
                    <a:ext cx="284717" cy="39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5">
                <p14:nvContentPartPr>
                  <p14:cNvPr id="96" name="Ink 95">
                    <a:extLst>
                      <a:ext uri="{FF2B5EF4-FFF2-40B4-BE49-F238E27FC236}">
                        <a16:creationId xmlns:a16="http://schemas.microsoft.com/office/drawing/2014/main" id="{AA60E47B-88D0-015B-8DE1-DB877248A2B8}"/>
                      </a:ext>
                    </a:extLst>
                  </p14:cNvPr>
                  <p14:cNvContentPartPr/>
                  <p14:nvPr/>
                </p14:nvContentPartPr>
                <p14:xfrm>
                  <a:off x="6961645" y="4266945"/>
                  <a:ext cx="249840" cy="17280"/>
                </p14:xfrm>
              </p:contentPart>
            </mc:Choice>
            <mc:Fallback xmlns="">
              <p:pic>
                <p:nvPicPr>
                  <p:cNvPr id="96" name="Ink 95">
                    <a:extLst>
                      <a:ext uri="{FF2B5EF4-FFF2-40B4-BE49-F238E27FC236}">
                        <a16:creationId xmlns:a16="http://schemas.microsoft.com/office/drawing/2014/main" id="{AA60E47B-88D0-015B-8DE1-DB877248A2B8}"/>
                      </a:ext>
                    </a:extLst>
                  </p:cNvPr>
                  <p:cNvPicPr/>
                  <p:nvPr/>
                </p:nvPicPr>
                <p:blipFill>
                  <a:blip r:embed="rId136"/>
                  <a:stretch>
                    <a:fillRect/>
                  </a:stretch>
                </p:blipFill>
                <p:spPr>
                  <a:xfrm>
                    <a:off x="6946165" y="4251465"/>
                    <a:ext cx="280440" cy="47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7">
                <p14:nvContentPartPr>
                  <p14:cNvPr id="97" name="Ink 96">
                    <a:extLst>
                      <a:ext uri="{FF2B5EF4-FFF2-40B4-BE49-F238E27FC236}">
                        <a16:creationId xmlns:a16="http://schemas.microsoft.com/office/drawing/2014/main" id="{0D084A9C-61CD-8446-7F53-556EC2957B60}"/>
                      </a:ext>
                    </a:extLst>
                  </p14:cNvPr>
                  <p14:cNvContentPartPr/>
                  <p14:nvPr/>
                </p14:nvContentPartPr>
                <p14:xfrm>
                  <a:off x="7279165" y="4283505"/>
                  <a:ext cx="275400" cy="9000"/>
                </p14:xfrm>
              </p:contentPart>
            </mc:Choice>
            <mc:Fallback xmlns="">
              <p:pic>
                <p:nvPicPr>
                  <p:cNvPr id="97" name="Ink 96">
                    <a:extLst>
                      <a:ext uri="{FF2B5EF4-FFF2-40B4-BE49-F238E27FC236}">
                        <a16:creationId xmlns:a16="http://schemas.microsoft.com/office/drawing/2014/main" id="{0D084A9C-61CD-8446-7F53-556EC2957B60}"/>
                      </a:ext>
                    </a:extLst>
                  </p:cNvPr>
                  <p:cNvPicPr/>
                  <p:nvPr/>
                </p:nvPicPr>
                <p:blipFill>
                  <a:blip r:embed="rId138"/>
                  <a:stretch>
                    <a:fillRect/>
                  </a:stretch>
                </p:blipFill>
                <p:spPr>
                  <a:xfrm>
                    <a:off x="7263685" y="4268025"/>
                    <a:ext cx="306000" cy="39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9">
                <p14:nvContentPartPr>
                  <p14:cNvPr id="98" name="Ink 97">
                    <a:extLst>
                      <a:ext uri="{FF2B5EF4-FFF2-40B4-BE49-F238E27FC236}">
                        <a16:creationId xmlns:a16="http://schemas.microsoft.com/office/drawing/2014/main" id="{4CF74747-8D4A-22BD-E32F-2BB21AC0768F}"/>
                      </a:ext>
                    </a:extLst>
                  </p14:cNvPr>
                  <p14:cNvContentPartPr/>
                  <p14:nvPr/>
                </p14:nvContentPartPr>
                <p14:xfrm>
                  <a:off x="7532965" y="4287825"/>
                  <a:ext cx="267120" cy="9000"/>
                </p14:xfrm>
              </p:contentPart>
            </mc:Choice>
            <mc:Fallback xmlns="">
              <p:pic>
                <p:nvPicPr>
                  <p:cNvPr id="98" name="Ink 97">
                    <a:extLst>
                      <a:ext uri="{FF2B5EF4-FFF2-40B4-BE49-F238E27FC236}">
                        <a16:creationId xmlns:a16="http://schemas.microsoft.com/office/drawing/2014/main" id="{4CF74747-8D4A-22BD-E32F-2BB21AC0768F}"/>
                      </a:ext>
                    </a:extLst>
                  </p:cNvPr>
                  <p:cNvPicPr/>
                  <p:nvPr/>
                </p:nvPicPr>
                <p:blipFill>
                  <a:blip r:embed="rId140"/>
                  <a:stretch>
                    <a:fillRect/>
                  </a:stretch>
                </p:blipFill>
                <p:spPr>
                  <a:xfrm>
                    <a:off x="7517485" y="4272345"/>
                    <a:ext cx="297720" cy="396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6F941A26-27DB-D04A-B52A-33E8C12CFE8A}"/>
                </a:ext>
              </a:extLst>
            </p:cNvPr>
            <p:cNvGrpSpPr/>
            <p:nvPr/>
          </p:nvGrpSpPr>
          <p:grpSpPr>
            <a:xfrm>
              <a:off x="5966403" y="2421744"/>
              <a:ext cx="2023200" cy="1911960"/>
              <a:chOff x="5726258" y="2327465"/>
              <a:chExt cx="2023200" cy="19119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41">
                <p14:nvContentPartPr>
                  <p14:cNvPr id="179" name="Ink 178">
                    <a:extLst>
                      <a:ext uri="{FF2B5EF4-FFF2-40B4-BE49-F238E27FC236}">
                        <a16:creationId xmlns:a16="http://schemas.microsoft.com/office/drawing/2014/main" id="{BEE691EE-81F4-4927-8A06-DA13C1D3272E}"/>
                      </a:ext>
                    </a:extLst>
                  </p14:cNvPr>
                  <p14:cNvContentPartPr/>
                  <p14:nvPr/>
                </p14:nvContentPartPr>
                <p14:xfrm>
                  <a:off x="5726258" y="3994265"/>
                  <a:ext cx="272520" cy="245160"/>
                </p14:xfrm>
              </p:contentPart>
            </mc:Choice>
            <mc:Fallback xmlns="">
              <p:pic>
                <p:nvPicPr>
                  <p:cNvPr id="179" name="Ink 178">
                    <a:extLst>
                      <a:ext uri="{FF2B5EF4-FFF2-40B4-BE49-F238E27FC236}">
                        <a16:creationId xmlns:a16="http://schemas.microsoft.com/office/drawing/2014/main" id="{BEE691EE-81F4-4927-8A06-DA13C1D3272E}"/>
                      </a:ext>
                    </a:extLst>
                  </p:cNvPr>
                  <p:cNvPicPr/>
                  <p:nvPr/>
                </p:nvPicPr>
                <p:blipFill>
                  <a:blip r:embed="rId142"/>
                  <a:stretch>
                    <a:fillRect/>
                  </a:stretch>
                </p:blipFill>
                <p:spPr>
                  <a:xfrm>
                    <a:off x="5710778" y="3978785"/>
                    <a:ext cx="303120" cy="275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3">
                <p14:nvContentPartPr>
                  <p14:cNvPr id="180" name="Ink 179">
                    <a:extLst>
                      <a:ext uri="{FF2B5EF4-FFF2-40B4-BE49-F238E27FC236}">
                        <a16:creationId xmlns:a16="http://schemas.microsoft.com/office/drawing/2014/main" id="{514CE69A-8A35-9D27-D50B-F4936ED3DFEE}"/>
                      </a:ext>
                    </a:extLst>
                  </p14:cNvPr>
                  <p14:cNvContentPartPr/>
                  <p14:nvPr/>
                </p14:nvContentPartPr>
                <p14:xfrm>
                  <a:off x="6049538" y="3717425"/>
                  <a:ext cx="277920" cy="249840"/>
                </p14:xfrm>
              </p:contentPart>
            </mc:Choice>
            <mc:Fallback xmlns="">
              <p:pic>
                <p:nvPicPr>
                  <p:cNvPr id="180" name="Ink 179">
                    <a:extLst>
                      <a:ext uri="{FF2B5EF4-FFF2-40B4-BE49-F238E27FC236}">
                        <a16:creationId xmlns:a16="http://schemas.microsoft.com/office/drawing/2014/main" id="{514CE69A-8A35-9D27-D50B-F4936ED3DFEE}"/>
                      </a:ext>
                    </a:extLst>
                  </p:cNvPr>
                  <p:cNvPicPr/>
                  <p:nvPr/>
                </p:nvPicPr>
                <p:blipFill>
                  <a:blip r:embed="rId144"/>
                  <a:stretch>
                    <a:fillRect/>
                  </a:stretch>
                </p:blipFill>
                <p:spPr>
                  <a:xfrm>
                    <a:off x="6034058" y="3701945"/>
                    <a:ext cx="308520" cy="280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5">
                <p14:nvContentPartPr>
                  <p14:cNvPr id="181" name="Ink 180">
                    <a:extLst>
                      <a:ext uri="{FF2B5EF4-FFF2-40B4-BE49-F238E27FC236}">
                        <a16:creationId xmlns:a16="http://schemas.microsoft.com/office/drawing/2014/main" id="{6C2DE2EF-7F1A-2B6B-24D0-79D7225B2EDD}"/>
                      </a:ext>
                    </a:extLst>
                  </p14:cNvPr>
                  <p14:cNvContentPartPr/>
                  <p14:nvPr/>
                </p14:nvContentPartPr>
                <p14:xfrm>
                  <a:off x="6345098" y="3435545"/>
                  <a:ext cx="263880" cy="254160"/>
                </p14:xfrm>
              </p:contentPart>
            </mc:Choice>
            <mc:Fallback xmlns="">
              <p:pic>
                <p:nvPicPr>
                  <p:cNvPr id="181" name="Ink 180">
                    <a:extLst>
                      <a:ext uri="{FF2B5EF4-FFF2-40B4-BE49-F238E27FC236}">
                        <a16:creationId xmlns:a16="http://schemas.microsoft.com/office/drawing/2014/main" id="{6C2DE2EF-7F1A-2B6B-24D0-79D7225B2EDD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6329618" y="3420065"/>
                    <a:ext cx="294480" cy="284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7">
                <p14:nvContentPartPr>
                  <p14:cNvPr id="182" name="Ink 181">
                    <a:extLst>
                      <a:ext uri="{FF2B5EF4-FFF2-40B4-BE49-F238E27FC236}">
                        <a16:creationId xmlns:a16="http://schemas.microsoft.com/office/drawing/2014/main" id="{8C62D6FA-F3D7-75C1-8762-F175010353FF}"/>
                      </a:ext>
                    </a:extLst>
                  </p14:cNvPr>
                  <p14:cNvContentPartPr/>
                  <p14:nvPr/>
                </p14:nvContentPartPr>
                <p14:xfrm>
                  <a:off x="6645338" y="3167705"/>
                  <a:ext cx="263520" cy="240480"/>
                </p14:xfrm>
              </p:contentPart>
            </mc:Choice>
            <mc:Fallback xmlns="">
              <p:pic>
                <p:nvPicPr>
                  <p:cNvPr id="182" name="Ink 181">
                    <a:extLst>
                      <a:ext uri="{FF2B5EF4-FFF2-40B4-BE49-F238E27FC236}">
                        <a16:creationId xmlns:a16="http://schemas.microsoft.com/office/drawing/2014/main" id="{8C62D6FA-F3D7-75C1-8762-F175010353FF}"/>
                      </a:ext>
                    </a:extLst>
                  </p:cNvPr>
                  <p:cNvPicPr/>
                  <p:nvPr/>
                </p:nvPicPr>
                <p:blipFill>
                  <a:blip r:embed="rId148"/>
                  <a:stretch>
                    <a:fillRect/>
                  </a:stretch>
                </p:blipFill>
                <p:spPr>
                  <a:xfrm>
                    <a:off x="6629858" y="3152248"/>
                    <a:ext cx="294120" cy="2710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9">
                <p14:nvContentPartPr>
                  <p14:cNvPr id="183" name="Ink 182">
                    <a:extLst>
                      <a:ext uri="{FF2B5EF4-FFF2-40B4-BE49-F238E27FC236}">
                        <a16:creationId xmlns:a16="http://schemas.microsoft.com/office/drawing/2014/main" id="{80BB06AA-3129-F0C8-CF52-6F7F89463E21}"/>
                      </a:ext>
                    </a:extLst>
                  </p14:cNvPr>
                  <p14:cNvContentPartPr/>
                  <p14:nvPr/>
                </p14:nvContentPartPr>
                <p14:xfrm>
                  <a:off x="6917858" y="2890505"/>
                  <a:ext cx="263520" cy="231480"/>
                </p14:xfrm>
              </p:contentPart>
            </mc:Choice>
            <mc:Fallback xmlns="">
              <p:pic>
                <p:nvPicPr>
                  <p:cNvPr id="183" name="Ink 182">
                    <a:extLst>
                      <a:ext uri="{FF2B5EF4-FFF2-40B4-BE49-F238E27FC236}">
                        <a16:creationId xmlns:a16="http://schemas.microsoft.com/office/drawing/2014/main" id="{80BB06AA-3129-F0C8-CF52-6F7F89463E21}"/>
                      </a:ext>
                    </a:extLst>
                  </p:cNvPr>
                  <p:cNvPicPr/>
                  <p:nvPr/>
                </p:nvPicPr>
                <p:blipFill>
                  <a:blip r:embed="rId150"/>
                  <a:stretch>
                    <a:fillRect/>
                  </a:stretch>
                </p:blipFill>
                <p:spPr>
                  <a:xfrm>
                    <a:off x="6902378" y="2875001"/>
                    <a:ext cx="294120" cy="26212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1">
                <p14:nvContentPartPr>
                  <p14:cNvPr id="184" name="Ink 183">
                    <a:extLst>
                      <a:ext uri="{FF2B5EF4-FFF2-40B4-BE49-F238E27FC236}">
                        <a16:creationId xmlns:a16="http://schemas.microsoft.com/office/drawing/2014/main" id="{0653E7A4-574B-650D-A1F9-EF517C7D3E57}"/>
                      </a:ext>
                    </a:extLst>
                  </p14:cNvPr>
                  <p14:cNvContentPartPr/>
                  <p14:nvPr/>
                </p14:nvContentPartPr>
                <p14:xfrm>
                  <a:off x="7227098" y="2599985"/>
                  <a:ext cx="263520" cy="253800"/>
                </p14:xfrm>
              </p:contentPart>
            </mc:Choice>
            <mc:Fallback xmlns="">
              <p:pic>
                <p:nvPicPr>
                  <p:cNvPr id="184" name="Ink 183">
                    <a:extLst>
                      <a:ext uri="{FF2B5EF4-FFF2-40B4-BE49-F238E27FC236}">
                        <a16:creationId xmlns:a16="http://schemas.microsoft.com/office/drawing/2014/main" id="{0653E7A4-574B-650D-A1F9-EF517C7D3E57}"/>
                      </a:ext>
                    </a:extLst>
                  </p:cNvPr>
                  <p:cNvPicPr/>
                  <p:nvPr/>
                </p:nvPicPr>
                <p:blipFill>
                  <a:blip r:embed="rId152"/>
                  <a:stretch>
                    <a:fillRect/>
                  </a:stretch>
                </p:blipFill>
                <p:spPr>
                  <a:xfrm>
                    <a:off x="7211618" y="2584527"/>
                    <a:ext cx="294120" cy="2843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3">
                <p14:nvContentPartPr>
                  <p14:cNvPr id="185" name="Ink 184">
                    <a:extLst>
                      <a:ext uri="{FF2B5EF4-FFF2-40B4-BE49-F238E27FC236}">
                        <a16:creationId xmlns:a16="http://schemas.microsoft.com/office/drawing/2014/main" id="{2C4687B1-D008-42DD-AA43-BB4B04B9DC92}"/>
                      </a:ext>
                    </a:extLst>
                  </p14:cNvPr>
                  <p14:cNvContentPartPr/>
                  <p14:nvPr/>
                </p14:nvContentPartPr>
                <p14:xfrm>
                  <a:off x="7495298" y="2327465"/>
                  <a:ext cx="254160" cy="240480"/>
                </p14:xfrm>
              </p:contentPart>
            </mc:Choice>
            <mc:Fallback xmlns="">
              <p:pic>
                <p:nvPicPr>
                  <p:cNvPr id="185" name="Ink 184">
                    <a:extLst>
                      <a:ext uri="{FF2B5EF4-FFF2-40B4-BE49-F238E27FC236}">
                        <a16:creationId xmlns:a16="http://schemas.microsoft.com/office/drawing/2014/main" id="{2C4687B1-D008-42DD-AA43-BB4B04B9DC92}"/>
                      </a:ext>
                    </a:extLst>
                  </p:cNvPr>
                  <p:cNvPicPr/>
                  <p:nvPr/>
                </p:nvPicPr>
                <p:blipFill>
                  <a:blip r:embed="rId154"/>
                  <a:stretch>
                    <a:fillRect/>
                  </a:stretch>
                </p:blipFill>
                <p:spPr>
                  <a:xfrm>
                    <a:off x="7479818" y="2312008"/>
                    <a:ext cx="284760" cy="271034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94E8FDA-B218-D885-C294-DDB070EB7A4B}"/>
                    </a:ext>
                  </a:extLst>
                </p14:cNvPr>
                <p14:cNvContentPartPr/>
                <p14:nvPr/>
              </p14:nvContentPartPr>
              <p14:xfrm>
                <a:off x="4108298" y="5069963"/>
                <a:ext cx="181440" cy="250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94E8FDA-B218-D885-C294-DDB070EB7A4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092818" y="5054483"/>
                  <a:ext cx="2120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9D728C9-0EEE-8E81-4BBE-962DE4D5A03F}"/>
                    </a:ext>
                  </a:extLst>
                </p14:cNvPr>
                <p14:cNvContentPartPr/>
                <p14:nvPr/>
              </p14:nvContentPartPr>
              <p14:xfrm>
                <a:off x="4743995" y="4785557"/>
                <a:ext cx="159480" cy="2023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9D728C9-0EEE-8E81-4BBE-962DE4D5A03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728515" y="4770077"/>
                  <a:ext cx="1900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92CF25C-7789-7859-1649-8E53F9024775}"/>
                    </a:ext>
                  </a:extLst>
                </p14:cNvPr>
                <p14:cNvContentPartPr/>
                <p14:nvPr/>
              </p14:nvContentPartPr>
              <p14:xfrm>
                <a:off x="5301338" y="4511603"/>
                <a:ext cx="178920" cy="2289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92CF25C-7789-7859-1649-8E53F902477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285858" y="4496123"/>
                  <a:ext cx="2095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8F1D95B-E49B-74D4-FEB9-9A4CF4DA9F8F}"/>
                    </a:ext>
                  </a:extLst>
                </p14:cNvPr>
                <p14:cNvContentPartPr/>
                <p14:nvPr/>
              </p14:nvContentPartPr>
              <p14:xfrm>
                <a:off x="5884517" y="4242826"/>
                <a:ext cx="159480" cy="2023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8F1D95B-E49B-74D4-FEB9-9A4CF4DA9F8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869037" y="4227346"/>
                  <a:ext cx="190080" cy="232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12983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210D5DE-200E-8A60-EF43-4D65FA767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78278"/>
              </p:ext>
            </p:extLst>
          </p:nvPr>
        </p:nvGraphicFramePr>
        <p:xfrm>
          <a:off x="3282869" y="1487347"/>
          <a:ext cx="5647408" cy="36197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7232">
                  <a:extLst>
                    <a:ext uri="{9D8B030D-6E8A-4147-A177-3AD203B41FA5}">
                      <a16:colId xmlns:a16="http://schemas.microsoft.com/office/drawing/2014/main" val="2000903899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2437567817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861032504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2154452327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2389760727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1348327076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3914289137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1284555769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1600295784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3789510320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3476425861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1082381503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2922108289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2444386240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2923483023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641100389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3201819463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1468373270"/>
                    </a:ext>
                  </a:extLst>
                </a:gridCol>
                <a:gridCol w="297232">
                  <a:extLst>
                    <a:ext uri="{9D8B030D-6E8A-4147-A177-3AD203B41FA5}">
                      <a16:colId xmlns:a16="http://schemas.microsoft.com/office/drawing/2014/main" val="49739257"/>
                    </a:ext>
                  </a:extLst>
                </a:gridCol>
              </a:tblGrid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105579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818731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446726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818024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537723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533235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70741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098934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198206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098962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444812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858654"/>
                  </a:ext>
                </a:extLst>
              </a:tr>
              <a:tr h="2784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819201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F6D6A3E4-AE76-AC7D-48F9-2700552ED976}"/>
              </a:ext>
            </a:extLst>
          </p:cNvPr>
          <p:cNvGrpSpPr/>
          <p:nvPr/>
        </p:nvGrpSpPr>
        <p:grpSpPr>
          <a:xfrm>
            <a:off x="5874943" y="3267006"/>
            <a:ext cx="3056892" cy="1777752"/>
            <a:chOff x="5751203" y="3617735"/>
            <a:chExt cx="3056892" cy="177775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6E9565D-6ADC-4809-C0EE-A9F0475653D3}"/>
                    </a:ext>
                  </a:extLst>
                </p14:cNvPr>
                <p14:cNvContentPartPr/>
                <p14:nvPr/>
              </p14:nvContentPartPr>
              <p14:xfrm>
                <a:off x="5751203" y="4899767"/>
                <a:ext cx="1245960" cy="424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6E9565D-6ADC-4809-C0EE-A9F0475653D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735723" y="4884287"/>
                  <a:ext cx="127656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48EC1C3-351B-8C33-FEE2-7E0ECFE118E4}"/>
                    </a:ext>
                  </a:extLst>
                </p14:cNvPr>
                <p14:cNvContentPartPr/>
                <p14:nvPr/>
              </p14:nvContentPartPr>
              <p14:xfrm>
                <a:off x="5757683" y="5350487"/>
                <a:ext cx="1272960" cy="45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48EC1C3-351B-8C33-FEE2-7E0ECFE118E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42203" y="5335007"/>
                  <a:ext cx="1303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165A670-B799-6316-9C40-16572479D0D3}"/>
                    </a:ext>
                  </a:extLst>
                </p14:cNvPr>
                <p14:cNvContentPartPr/>
                <p14:nvPr/>
              </p14:nvContentPartPr>
              <p14:xfrm>
                <a:off x="6973535" y="3617735"/>
                <a:ext cx="1817280" cy="1281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165A670-B799-6316-9C40-16572479D0D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58055" y="3602255"/>
                  <a:ext cx="1847880" cy="13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B6A9FBD-6606-33A7-CAB6-40539DB6BC94}"/>
                    </a:ext>
                  </a:extLst>
                </p14:cNvPr>
                <p14:cNvContentPartPr/>
                <p14:nvPr/>
              </p14:nvContentPartPr>
              <p14:xfrm>
                <a:off x="7031855" y="4209575"/>
                <a:ext cx="1776240" cy="1143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B6A9FBD-6606-33A7-CAB6-40539DB6BC9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16375" y="4194095"/>
                  <a:ext cx="1806840" cy="11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21EB429-43E8-628A-D2D7-D0AD70B4B7AE}"/>
                    </a:ext>
                  </a:extLst>
                </p14:cNvPr>
                <p14:cNvContentPartPr/>
                <p14:nvPr/>
              </p14:nvContentPartPr>
              <p14:xfrm>
                <a:off x="5757697" y="5022874"/>
                <a:ext cx="3048840" cy="350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21EB429-43E8-628A-D2D7-D0AD70B4B7A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742217" y="5007394"/>
                  <a:ext cx="3079440" cy="38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0FC1F562-09C7-0DA8-FDE8-F8FC81A82C71}"/>
              </a:ext>
            </a:extLst>
          </p:cNvPr>
          <p:cNvGrpSpPr/>
          <p:nvPr/>
        </p:nvGrpSpPr>
        <p:grpSpPr>
          <a:xfrm>
            <a:off x="3176158" y="1477610"/>
            <a:ext cx="5839684" cy="4229003"/>
            <a:chOff x="2286271" y="2389335"/>
            <a:chExt cx="5839684" cy="422900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CBA707D-C4F9-ADAF-3ED4-33DE3AE35CCD}"/>
                </a:ext>
              </a:extLst>
            </p:cNvPr>
            <p:cNvGrpSpPr/>
            <p:nvPr/>
          </p:nvGrpSpPr>
          <p:grpSpPr>
            <a:xfrm>
              <a:off x="2286271" y="2410990"/>
              <a:ext cx="5759478" cy="3627225"/>
              <a:chOff x="1271405" y="2757307"/>
              <a:chExt cx="5759478" cy="3627225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9F66D33D-F3A4-21EB-5790-3D8CF1D1A188}"/>
                      </a:ext>
                    </a:extLst>
                  </p14:cNvPr>
                  <p14:cNvContentPartPr/>
                  <p14:nvPr/>
                </p14:nvContentPartPr>
                <p14:xfrm>
                  <a:off x="1371845" y="2757307"/>
                  <a:ext cx="74756" cy="3581379"/>
                </p14:xfrm>
              </p:contentPart>
            </mc:Choice>
            <mc:Fallback xmlns=""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9F66D33D-F3A4-21EB-5790-3D8CF1D1A188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1356316" y="2741825"/>
                    <a:ext cx="105453" cy="361198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813FACAD-AEEE-503A-007E-82863C1AE30C}"/>
                      </a:ext>
                    </a:extLst>
                  </p14:cNvPr>
                  <p14:cNvContentPartPr/>
                  <p14:nvPr/>
                </p14:nvContentPartPr>
                <p14:xfrm>
                  <a:off x="1271405" y="6327551"/>
                  <a:ext cx="5759478" cy="56981"/>
                </p14:xfrm>
              </p:contentPart>
            </mc:Choice>
            <mc:Fallback xmlns=""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813FACAD-AEEE-503A-007E-82863C1AE30C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1255924" y="6311945"/>
                    <a:ext cx="5790079" cy="87831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0E1C048-1793-A38D-3A9B-4CA857D225E6}"/>
                </a:ext>
              </a:extLst>
            </p:cNvPr>
            <p:cNvGrpSpPr/>
            <p:nvPr/>
          </p:nvGrpSpPr>
          <p:grpSpPr>
            <a:xfrm>
              <a:off x="7976915" y="6153802"/>
              <a:ext cx="149040" cy="154440"/>
              <a:chOff x="6962049" y="6500119"/>
              <a:chExt cx="149040" cy="1544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79" name="Ink 78">
                    <a:extLst>
                      <a:ext uri="{FF2B5EF4-FFF2-40B4-BE49-F238E27FC236}">
                        <a16:creationId xmlns:a16="http://schemas.microsoft.com/office/drawing/2014/main" id="{970A7F0B-8CAE-B068-22F0-B19B2546737A}"/>
                      </a:ext>
                    </a:extLst>
                  </p14:cNvPr>
                  <p14:cNvContentPartPr/>
                  <p14:nvPr/>
                </p14:nvContentPartPr>
                <p14:xfrm>
                  <a:off x="6962049" y="6537199"/>
                  <a:ext cx="127800" cy="16200"/>
                </p14:xfrm>
              </p:contentPart>
            </mc:Choice>
            <mc:Fallback xmlns="">
              <p:pic>
                <p:nvPicPr>
                  <p:cNvPr id="79" name="Ink 78">
                    <a:extLst>
                      <a:ext uri="{FF2B5EF4-FFF2-40B4-BE49-F238E27FC236}">
                        <a16:creationId xmlns:a16="http://schemas.microsoft.com/office/drawing/2014/main" id="{970A7F0B-8CAE-B068-22F0-B19B2546737A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6946569" y="6521719"/>
                    <a:ext cx="158400" cy="46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80" name="Ink 79">
                    <a:extLst>
                      <a:ext uri="{FF2B5EF4-FFF2-40B4-BE49-F238E27FC236}">
                        <a16:creationId xmlns:a16="http://schemas.microsoft.com/office/drawing/2014/main" id="{72D00427-FDF5-A860-61AF-1E1E765B5B1D}"/>
                      </a:ext>
                    </a:extLst>
                  </p14:cNvPr>
                  <p14:cNvContentPartPr/>
                  <p14:nvPr/>
                </p14:nvContentPartPr>
                <p14:xfrm>
                  <a:off x="7014969" y="6500119"/>
                  <a:ext cx="96120" cy="154440"/>
                </p14:xfrm>
              </p:contentPart>
            </mc:Choice>
            <mc:Fallback xmlns="">
              <p:pic>
                <p:nvPicPr>
                  <p:cNvPr id="80" name="Ink 79">
                    <a:extLst>
                      <a:ext uri="{FF2B5EF4-FFF2-40B4-BE49-F238E27FC236}">
                        <a16:creationId xmlns:a16="http://schemas.microsoft.com/office/drawing/2014/main" id="{72D00427-FDF5-A860-61AF-1E1E765B5B1D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999489" y="6484639"/>
                    <a:ext cx="126720" cy="1850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4CC5D46B-79C7-65D9-95E7-AE565882DA09}"/>
                </a:ext>
              </a:extLst>
            </p:cNvPr>
            <p:cNvGrpSpPr/>
            <p:nvPr/>
          </p:nvGrpSpPr>
          <p:grpSpPr>
            <a:xfrm>
              <a:off x="2447410" y="6129693"/>
              <a:ext cx="5469385" cy="488645"/>
              <a:chOff x="1464442" y="6376504"/>
              <a:chExt cx="5469385" cy="488645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103" name="Ink 102">
                    <a:extLst>
                      <a:ext uri="{FF2B5EF4-FFF2-40B4-BE49-F238E27FC236}">
                        <a16:creationId xmlns:a16="http://schemas.microsoft.com/office/drawing/2014/main" id="{93F857E6-B80C-CA4A-491F-44722A373031}"/>
                      </a:ext>
                    </a:extLst>
                  </p14:cNvPr>
                  <p14:cNvContentPartPr/>
                  <p14:nvPr/>
                </p14:nvContentPartPr>
                <p14:xfrm>
                  <a:off x="3970215" y="6440673"/>
                  <a:ext cx="95760" cy="24120"/>
                </p14:xfrm>
              </p:contentPart>
            </mc:Choice>
            <mc:Fallback xmlns="">
              <p:pic>
                <p:nvPicPr>
                  <p:cNvPr id="103" name="Ink 102">
                    <a:extLst>
                      <a:ext uri="{FF2B5EF4-FFF2-40B4-BE49-F238E27FC236}">
                        <a16:creationId xmlns:a16="http://schemas.microsoft.com/office/drawing/2014/main" id="{93F857E6-B80C-CA4A-491F-44722A373031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3954735" y="6425421"/>
                    <a:ext cx="126360" cy="542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104" name="Ink 103">
                    <a:extLst>
                      <a:ext uri="{FF2B5EF4-FFF2-40B4-BE49-F238E27FC236}">
                        <a16:creationId xmlns:a16="http://schemas.microsoft.com/office/drawing/2014/main" id="{EB54D757-03BB-75EA-17CC-17929319E5AB}"/>
                      </a:ext>
                    </a:extLst>
                  </p14:cNvPr>
                  <p14:cNvContentPartPr/>
                  <p14:nvPr/>
                </p14:nvContentPartPr>
                <p14:xfrm>
                  <a:off x="4017735" y="6412953"/>
                  <a:ext cx="39960" cy="151560"/>
                </p14:xfrm>
              </p:contentPart>
            </mc:Choice>
            <mc:Fallback xmlns="">
              <p:pic>
                <p:nvPicPr>
                  <p:cNvPr id="104" name="Ink 103">
                    <a:extLst>
                      <a:ext uri="{FF2B5EF4-FFF2-40B4-BE49-F238E27FC236}">
                        <a16:creationId xmlns:a16="http://schemas.microsoft.com/office/drawing/2014/main" id="{EB54D757-03BB-75EA-17CC-17929319E5AB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4002255" y="6397473"/>
                    <a:ext cx="70560" cy="182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105" name="Ink 104">
                    <a:extLst>
                      <a:ext uri="{FF2B5EF4-FFF2-40B4-BE49-F238E27FC236}">
                        <a16:creationId xmlns:a16="http://schemas.microsoft.com/office/drawing/2014/main" id="{D06559D0-96B1-B8DD-6E2A-3DF35535F53B}"/>
                      </a:ext>
                    </a:extLst>
                  </p14:cNvPr>
                  <p14:cNvContentPartPr/>
                  <p14:nvPr/>
                </p14:nvContentPartPr>
                <p14:xfrm>
                  <a:off x="4077135" y="6555873"/>
                  <a:ext cx="48240" cy="103680"/>
                </p14:xfrm>
              </p:contentPart>
            </mc:Choice>
            <mc:Fallback xmlns="">
              <p:pic>
                <p:nvPicPr>
                  <p:cNvPr id="105" name="Ink 104">
                    <a:extLst>
                      <a:ext uri="{FF2B5EF4-FFF2-40B4-BE49-F238E27FC236}">
                        <a16:creationId xmlns:a16="http://schemas.microsoft.com/office/drawing/2014/main" id="{D06559D0-96B1-B8DD-6E2A-3DF35535F53B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4061655" y="6540393"/>
                    <a:ext cx="78840" cy="134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106" name="Ink 105">
                    <a:extLst>
                      <a:ext uri="{FF2B5EF4-FFF2-40B4-BE49-F238E27FC236}">
                        <a16:creationId xmlns:a16="http://schemas.microsoft.com/office/drawing/2014/main" id="{6AB36E7B-EE5C-2769-5160-1883641A64D2}"/>
                      </a:ext>
                    </a:extLst>
                  </p14:cNvPr>
                  <p14:cNvContentPartPr/>
                  <p14:nvPr/>
                </p14:nvContentPartPr>
                <p14:xfrm>
                  <a:off x="4144815" y="6587913"/>
                  <a:ext cx="111600" cy="71640"/>
                </p14:xfrm>
              </p:contentPart>
            </mc:Choice>
            <mc:Fallback xmlns="">
              <p:pic>
                <p:nvPicPr>
                  <p:cNvPr id="106" name="Ink 105">
                    <a:extLst>
                      <a:ext uri="{FF2B5EF4-FFF2-40B4-BE49-F238E27FC236}">
                        <a16:creationId xmlns:a16="http://schemas.microsoft.com/office/drawing/2014/main" id="{6AB36E7B-EE5C-2769-5160-1883641A64D2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4129385" y="6572510"/>
                    <a:ext cx="142102" cy="10208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108" name="Ink 107">
                    <a:extLst>
                      <a:ext uri="{FF2B5EF4-FFF2-40B4-BE49-F238E27FC236}">
                        <a16:creationId xmlns:a16="http://schemas.microsoft.com/office/drawing/2014/main" id="{B6990424-1D5A-18C8-E25C-8282B645F890}"/>
                      </a:ext>
                    </a:extLst>
                  </p14:cNvPr>
                  <p14:cNvContentPartPr/>
                  <p14:nvPr/>
                </p14:nvContentPartPr>
                <p14:xfrm>
                  <a:off x="1464442" y="6406244"/>
                  <a:ext cx="2458254" cy="166049"/>
                </p14:xfrm>
              </p:contentPart>
            </mc:Choice>
            <mc:Fallback xmlns="">
              <p:pic>
                <p:nvPicPr>
                  <p:cNvPr id="108" name="Ink 107">
                    <a:extLst>
                      <a:ext uri="{FF2B5EF4-FFF2-40B4-BE49-F238E27FC236}">
                        <a16:creationId xmlns:a16="http://schemas.microsoft.com/office/drawing/2014/main" id="{B6990424-1D5A-18C8-E25C-8282B645F890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1448956" y="6390789"/>
                    <a:ext cx="2488865" cy="19659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110" name="Ink 109">
                    <a:extLst>
                      <a:ext uri="{FF2B5EF4-FFF2-40B4-BE49-F238E27FC236}">
                        <a16:creationId xmlns:a16="http://schemas.microsoft.com/office/drawing/2014/main" id="{56DDD1D9-B554-2754-D1AA-9ED9725BFE5A}"/>
                      </a:ext>
                    </a:extLst>
                  </p14:cNvPr>
                  <p14:cNvContentPartPr/>
                  <p14:nvPr/>
                </p14:nvContentPartPr>
                <p14:xfrm>
                  <a:off x="3024057" y="6685869"/>
                  <a:ext cx="20520" cy="173160"/>
                </p14:xfrm>
              </p:contentPart>
            </mc:Choice>
            <mc:Fallback xmlns="">
              <p:pic>
                <p:nvPicPr>
                  <p:cNvPr id="110" name="Ink 109">
                    <a:extLst>
                      <a:ext uri="{FF2B5EF4-FFF2-40B4-BE49-F238E27FC236}">
                        <a16:creationId xmlns:a16="http://schemas.microsoft.com/office/drawing/2014/main" id="{56DDD1D9-B554-2754-D1AA-9ED9725BFE5A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3008301" y="6670389"/>
                    <a:ext cx="51666" cy="203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111" name="Ink 110">
                    <a:extLst>
                      <a:ext uri="{FF2B5EF4-FFF2-40B4-BE49-F238E27FC236}">
                        <a16:creationId xmlns:a16="http://schemas.microsoft.com/office/drawing/2014/main" id="{26C8EE04-1E3E-E8F4-E76E-D332043BF138}"/>
                      </a:ext>
                    </a:extLst>
                  </p14:cNvPr>
                  <p14:cNvContentPartPr/>
                  <p14:nvPr/>
                </p14:nvContentPartPr>
                <p14:xfrm>
                  <a:off x="2974377" y="6658149"/>
                  <a:ext cx="137880" cy="44280"/>
                </p14:xfrm>
              </p:contentPart>
            </mc:Choice>
            <mc:Fallback xmlns="">
              <p:pic>
                <p:nvPicPr>
                  <p:cNvPr id="111" name="Ink 110">
                    <a:extLst>
                      <a:ext uri="{FF2B5EF4-FFF2-40B4-BE49-F238E27FC236}">
                        <a16:creationId xmlns:a16="http://schemas.microsoft.com/office/drawing/2014/main" id="{26C8EE04-1E3E-E8F4-E76E-D332043BF138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2958897" y="6642542"/>
                    <a:ext cx="168480" cy="751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">
                <p14:nvContentPartPr>
                  <p14:cNvPr id="112" name="Ink 111">
                    <a:extLst>
                      <a:ext uri="{FF2B5EF4-FFF2-40B4-BE49-F238E27FC236}">
                        <a16:creationId xmlns:a16="http://schemas.microsoft.com/office/drawing/2014/main" id="{833136DB-554D-3FE8-E1B0-CE5B78C3F398}"/>
                      </a:ext>
                    </a:extLst>
                  </p14:cNvPr>
                  <p14:cNvContentPartPr/>
                  <p14:nvPr/>
                </p14:nvContentPartPr>
                <p14:xfrm>
                  <a:off x="3016497" y="6745629"/>
                  <a:ext cx="103320" cy="24120"/>
                </p14:xfrm>
              </p:contentPart>
            </mc:Choice>
            <mc:Fallback xmlns="">
              <p:pic>
                <p:nvPicPr>
                  <p:cNvPr id="112" name="Ink 111">
                    <a:extLst>
                      <a:ext uri="{FF2B5EF4-FFF2-40B4-BE49-F238E27FC236}">
                        <a16:creationId xmlns:a16="http://schemas.microsoft.com/office/drawing/2014/main" id="{833136DB-554D-3FE8-E1B0-CE5B78C3F398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3001071" y="6730149"/>
                    <a:ext cx="133814" cy="54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117" name="Ink 116">
                    <a:extLst>
                      <a:ext uri="{FF2B5EF4-FFF2-40B4-BE49-F238E27FC236}">
                        <a16:creationId xmlns:a16="http://schemas.microsoft.com/office/drawing/2014/main" id="{DBF3162D-8CE9-9458-DC86-CF9AB1C0C3A5}"/>
                      </a:ext>
                    </a:extLst>
                  </p14:cNvPr>
                  <p14:cNvContentPartPr/>
                  <p14:nvPr/>
                </p14:nvContentPartPr>
                <p14:xfrm>
                  <a:off x="3167337" y="6650229"/>
                  <a:ext cx="147600" cy="28440"/>
                </p14:xfrm>
              </p:contentPart>
            </mc:Choice>
            <mc:Fallback xmlns="">
              <p:pic>
                <p:nvPicPr>
                  <p:cNvPr id="117" name="Ink 116">
                    <a:extLst>
                      <a:ext uri="{FF2B5EF4-FFF2-40B4-BE49-F238E27FC236}">
                        <a16:creationId xmlns:a16="http://schemas.microsoft.com/office/drawing/2014/main" id="{DBF3162D-8CE9-9458-DC86-CF9AB1C0C3A5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3151819" y="6634749"/>
                    <a:ext cx="178275" cy="59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">
                <p14:nvContentPartPr>
                  <p14:cNvPr id="118" name="Ink 117">
                    <a:extLst>
                      <a:ext uri="{FF2B5EF4-FFF2-40B4-BE49-F238E27FC236}">
                        <a16:creationId xmlns:a16="http://schemas.microsoft.com/office/drawing/2014/main" id="{984E6278-9EA1-6F71-E926-0D490B023C6F}"/>
                      </a:ext>
                    </a:extLst>
                  </p14:cNvPr>
                  <p14:cNvContentPartPr/>
                  <p14:nvPr/>
                </p14:nvContentPartPr>
                <p14:xfrm>
                  <a:off x="3242937" y="6677949"/>
                  <a:ext cx="3960" cy="187200"/>
                </p14:xfrm>
              </p:contentPart>
            </mc:Choice>
            <mc:Fallback xmlns="">
              <p:pic>
                <p:nvPicPr>
                  <p:cNvPr id="118" name="Ink 117">
                    <a:extLst>
                      <a:ext uri="{FF2B5EF4-FFF2-40B4-BE49-F238E27FC236}">
                        <a16:creationId xmlns:a16="http://schemas.microsoft.com/office/drawing/2014/main" id="{984E6278-9EA1-6F71-E926-0D490B023C6F}"/>
                      </a:ext>
                    </a:extLst>
                  </p:cNvPr>
                  <p:cNvPicPr/>
                  <p:nvPr/>
                </p:nvPicPr>
                <p:blipFill>
                  <a:blip r:embed="rId40"/>
                  <a:stretch>
                    <a:fillRect/>
                  </a:stretch>
                </p:blipFill>
                <p:spPr>
                  <a:xfrm>
                    <a:off x="3227457" y="6662469"/>
                    <a:ext cx="34560" cy="217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">
                <p14:nvContentPartPr>
                  <p14:cNvPr id="119" name="Ink 118">
                    <a:extLst>
                      <a:ext uri="{FF2B5EF4-FFF2-40B4-BE49-F238E27FC236}">
                        <a16:creationId xmlns:a16="http://schemas.microsoft.com/office/drawing/2014/main" id="{6F6919C9-4076-C13F-21F8-B63CEA5A062C}"/>
                      </a:ext>
                    </a:extLst>
                  </p14:cNvPr>
                  <p14:cNvContentPartPr/>
                  <p14:nvPr/>
                </p14:nvContentPartPr>
                <p14:xfrm>
                  <a:off x="3354177" y="6690189"/>
                  <a:ext cx="171360" cy="151560"/>
                </p14:xfrm>
              </p:contentPart>
            </mc:Choice>
            <mc:Fallback xmlns="">
              <p:pic>
                <p:nvPicPr>
                  <p:cNvPr id="119" name="Ink 118">
                    <a:extLst>
                      <a:ext uri="{FF2B5EF4-FFF2-40B4-BE49-F238E27FC236}">
                        <a16:creationId xmlns:a16="http://schemas.microsoft.com/office/drawing/2014/main" id="{6F6919C9-4076-C13F-21F8-B63CEA5A062C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3338697" y="6674709"/>
                    <a:ext cx="201960" cy="182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3">
                <p14:nvContentPartPr>
                  <p14:cNvPr id="121" name="Ink 120">
                    <a:extLst>
                      <a:ext uri="{FF2B5EF4-FFF2-40B4-BE49-F238E27FC236}">
                        <a16:creationId xmlns:a16="http://schemas.microsoft.com/office/drawing/2014/main" id="{C1641C78-686E-5C4F-FFD4-AAC429EC0F9A}"/>
                      </a:ext>
                    </a:extLst>
                  </p14:cNvPr>
                  <p14:cNvContentPartPr/>
                  <p14:nvPr/>
                </p14:nvContentPartPr>
                <p14:xfrm>
                  <a:off x="4113495" y="6376504"/>
                  <a:ext cx="2820332" cy="195789"/>
                </p14:xfrm>
              </p:contentPart>
            </mc:Choice>
            <mc:Fallback xmlns="">
              <p:pic>
                <p:nvPicPr>
                  <p:cNvPr id="121" name="Ink 120">
                    <a:extLst>
                      <a:ext uri="{FF2B5EF4-FFF2-40B4-BE49-F238E27FC236}">
                        <a16:creationId xmlns:a16="http://schemas.microsoft.com/office/drawing/2014/main" id="{C1641C78-686E-5C4F-FFD4-AAC429EC0F9A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4098013" y="6361028"/>
                    <a:ext cx="2850937" cy="226381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89BF8D6-2278-588B-FF29-F8E287F36E64}"/>
                    </a:ext>
                  </a:extLst>
                </p14:cNvPr>
                <p14:cNvContentPartPr/>
                <p14:nvPr/>
              </p14:nvContentPartPr>
              <p14:xfrm>
                <a:off x="7957909" y="5966089"/>
                <a:ext cx="95760" cy="1314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89BF8D6-2278-588B-FF29-F8E287F36E6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942371" y="5950651"/>
                  <a:ext cx="126475" cy="1619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67A1FC1-D3E0-33C0-EC1E-A3D70A454E26}"/>
                    </a:ext>
                  </a:extLst>
                </p14:cNvPr>
                <p14:cNvContentPartPr/>
                <p14:nvPr/>
              </p14:nvContentPartPr>
              <p14:xfrm>
                <a:off x="2380995" y="2389335"/>
                <a:ext cx="139320" cy="835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67A1FC1-D3E0-33C0-EC1E-A3D70A454E2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365515" y="2373855"/>
                  <a:ext cx="1699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1DC4946-A0D9-3EF8-94BF-54B080C0AEA5}"/>
                    </a:ext>
                  </a:extLst>
                </p14:cNvPr>
                <p14:cNvContentPartPr/>
                <p14:nvPr/>
              </p14:nvContentPartPr>
              <p14:xfrm>
                <a:off x="4990761" y="5904864"/>
                <a:ext cx="16200" cy="1515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1DC4946-A0D9-3EF8-94BF-54B080C0AEA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975281" y="5889384"/>
                  <a:ext cx="46800" cy="18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9DC201C-B886-D678-7423-BD9E2C302A96}"/>
                  </a:ext>
                </a:extLst>
              </p14:cNvPr>
              <p14:cNvContentPartPr/>
              <p14:nvPr/>
            </p14:nvContentPartPr>
            <p14:xfrm>
              <a:off x="3336223" y="2837941"/>
              <a:ext cx="3785040" cy="22356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9DC201C-B886-D678-7423-BD9E2C302A96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320743" y="2822461"/>
                <a:ext cx="3815640" cy="226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D815094B-DF38-6A25-CE5A-82F160FA6061}"/>
                  </a:ext>
                </a:extLst>
              </p14:cNvPr>
              <p14:cNvContentPartPr/>
              <p14:nvPr/>
            </p14:nvContentPartPr>
            <p14:xfrm>
              <a:off x="3359623" y="3288661"/>
              <a:ext cx="3794760" cy="17848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D815094B-DF38-6A25-CE5A-82F160FA606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344143" y="3273181"/>
                <a:ext cx="3825360" cy="181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AB821A33-C03D-710C-FD97-DD913AB0F79A}"/>
                  </a:ext>
                </a:extLst>
              </p14:cNvPr>
              <p14:cNvContentPartPr/>
              <p14:nvPr/>
            </p14:nvContentPartPr>
            <p14:xfrm>
              <a:off x="7097275" y="1555909"/>
              <a:ext cx="1817280" cy="12812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AB821A33-C03D-710C-FD97-DD913AB0F79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081795" y="1540429"/>
                <a:ext cx="1847880" cy="131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529778F8-26AA-BA84-69C4-3C07D92B3ABB}"/>
                  </a:ext>
                </a:extLst>
              </p14:cNvPr>
              <p14:cNvContentPartPr/>
              <p14:nvPr/>
            </p14:nvContentPartPr>
            <p14:xfrm>
              <a:off x="7152715" y="3290749"/>
              <a:ext cx="3240" cy="36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529778F8-26AA-BA84-69C4-3C07D92B3ABB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138783" y="3275269"/>
                <a:ext cx="3078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FE761753-6DFC-8CC7-EA8B-35ADF0B65EC9}"/>
                  </a:ext>
                </a:extLst>
              </p14:cNvPr>
              <p14:cNvContentPartPr/>
              <p14:nvPr/>
            </p14:nvContentPartPr>
            <p14:xfrm>
              <a:off x="7155595" y="2147749"/>
              <a:ext cx="1776240" cy="11430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FE761753-6DFC-8CC7-EA8B-35ADF0B65EC9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140115" y="2132269"/>
                <a:ext cx="1806840" cy="11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2BB2C624-4D86-7A68-2576-B4E5276D0D1C}"/>
                  </a:ext>
                </a:extLst>
              </p14:cNvPr>
              <p14:cNvContentPartPr/>
              <p14:nvPr/>
            </p14:nvContentPartPr>
            <p14:xfrm>
              <a:off x="3242198" y="4966482"/>
              <a:ext cx="203040" cy="2566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2BB2C624-4D86-7A68-2576-B4E5276D0D1C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226745" y="4951002"/>
                <a:ext cx="233586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5B5CE94F-42AC-4E6F-35AB-853868EF5987}"/>
                  </a:ext>
                </a:extLst>
              </p14:cNvPr>
              <p14:cNvContentPartPr/>
              <p14:nvPr/>
            </p14:nvContentPartPr>
            <p14:xfrm>
              <a:off x="4421558" y="3941562"/>
              <a:ext cx="191520" cy="2462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5B5CE94F-42AC-4E6F-35AB-853868EF5987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406107" y="3926082"/>
                <a:ext cx="222063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A340AF94-C17F-0E20-1961-61A024478CE5}"/>
                  </a:ext>
                </a:extLst>
              </p14:cNvPr>
              <p14:cNvContentPartPr/>
              <p14:nvPr/>
            </p14:nvContentPartPr>
            <p14:xfrm>
              <a:off x="5738078" y="3212562"/>
              <a:ext cx="224280" cy="2415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A340AF94-C17F-0E20-1961-61A024478CE5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722598" y="3197082"/>
                <a:ext cx="254880" cy="27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F511470-4EBE-5B9D-F067-67864F2CBDB7}"/>
              </a:ext>
            </a:extLst>
          </p:cNvPr>
          <p:cNvGrpSpPr/>
          <p:nvPr/>
        </p:nvGrpSpPr>
        <p:grpSpPr>
          <a:xfrm>
            <a:off x="7640697" y="5516480"/>
            <a:ext cx="757440" cy="336960"/>
            <a:chOff x="6750810" y="6428205"/>
            <a:chExt cx="75744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F7DAC4B-3D29-04AB-3CB2-E48D1C140BD4}"/>
                    </a:ext>
                  </a:extLst>
                </p14:cNvPr>
                <p14:cNvContentPartPr/>
                <p14:nvPr/>
              </p14:nvContentPartPr>
              <p14:xfrm>
                <a:off x="6750810" y="6443325"/>
                <a:ext cx="78840" cy="2502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F7DAC4B-3D29-04AB-3CB2-E48D1C140BD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735330" y="6427845"/>
                  <a:ext cx="1094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B20E089-0A7C-1350-03B9-CBA22D670FB8}"/>
                    </a:ext>
                  </a:extLst>
                </p14:cNvPr>
                <p14:cNvContentPartPr/>
                <p14:nvPr/>
              </p14:nvContentPartPr>
              <p14:xfrm>
                <a:off x="6850890" y="6428205"/>
                <a:ext cx="57240" cy="2440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B20E089-0A7C-1350-03B9-CBA22D670FB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835410" y="6412725"/>
                  <a:ext cx="878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0A7FBB3-FA86-3B01-DC7C-CE2317000026}"/>
                    </a:ext>
                  </a:extLst>
                </p14:cNvPr>
                <p14:cNvContentPartPr/>
                <p14:nvPr/>
              </p14:nvContentPartPr>
              <p14:xfrm>
                <a:off x="6786090" y="6550245"/>
                <a:ext cx="107640" cy="180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0A7FBB3-FA86-3B01-DC7C-CE231700002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770610" y="6534765"/>
                  <a:ext cx="1382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F9EB02D-77FD-E6C3-94B5-ADBFB53DD769}"/>
                    </a:ext>
                  </a:extLst>
                </p14:cNvPr>
                <p14:cNvContentPartPr/>
                <p14:nvPr/>
              </p14:nvContentPartPr>
              <p14:xfrm>
                <a:off x="6964650" y="6436125"/>
                <a:ext cx="114840" cy="221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F9EB02D-77FD-E6C3-94B5-ADBFB53DD76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949170" y="6420645"/>
                  <a:ext cx="1454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FD93426-C350-FD81-F133-3EE065709CBE}"/>
                    </a:ext>
                  </a:extLst>
                </p14:cNvPr>
                <p14:cNvContentPartPr/>
                <p14:nvPr/>
              </p14:nvContentPartPr>
              <p14:xfrm>
                <a:off x="7114770" y="6450525"/>
                <a:ext cx="143640" cy="2217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FD93426-C350-FD81-F133-3EE065709CB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099290" y="6435045"/>
                  <a:ext cx="1742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6FF06EF-D727-34E1-E47B-F1AA79838173}"/>
                    </a:ext>
                  </a:extLst>
                </p14:cNvPr>
                <p14:cNvContentPartPr/>
                <p14:nvPr/>
              </p14:nvContentPartPr>
              <p14:xfrm>
                <a:off x="7265250" y="6636285"/>
                <a:ext cx="128160" cy="1076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6FF06EF-D727-34E1-E47B-F1AA7983817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249770" y="6620805"/>
                  <a:ext cx="1587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6F534D-774A-3866-A3AD-EE61F6F11E42}"/>
                    </a:ext>
                  </a:extLst>
                </p14:cNvPr>
                <p14:cNvContentPartPr/>
                <p14:nvPr/>
              </p14:nvContentPartPr>
              <p14:xfrm>
                <a:off x="7421850" y="6657525"/>
                <a:ext cx="86400" cy="1076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6F534D-774A-3866-A3AD-EE61F6F11E4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406370" y="6642045"/>
                  <a:ext cx="117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4F556D1-2570-0399-2BF7-CD73C40CD13E}"/>
                    </a:ext>
                  </a:extLst>
                </p14:cNvPr>
                <p14:cNvContentPartPr/>
                <p14:nvPr/>
              </p14:nvContentPartPr>
              <p14:xfrm>
                <a:off x="6807330" y="6557445"/>
                <a:ext cx="100440" cy="291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4F556D1-2570-0399-2BF7-CD73C40CD13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791850" y="6542154"/>
                  <a:ext cx="131040" cy="5938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B2D070A-58EA-C4E0-A538-6F5566365574}"/>
                  </a:ext>
                </a:extLst>
              </p14:cNvPr>
              <p14:cNvContentPartPr/>
              <p14:nvPr/>
            </p14:nvContentPartPr>
            <p14:xfrm>
              <a:off x="3312396" y="2285457"/>
              <a:ext cx="5605200" cy="2784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B2D070A-58EA-C4E0-A538-6F5566365574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296916" y="2269977"/>
                <a:ext cx="5635800" cy="28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1ACE910-C153-0214-D443-61A250239DF9}"/>
                  </a:ext>
                </a:extLst>
              </p14:cNvPr>
              <p14:cNvContentPartPr/>
              <p14:nvPr/>
            </p14:nvContentPartPr>
            <p14:xfrm>
              <a:off x="8163733" y="2190942"/>
              <a:ext cx="206640" cy="221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1ACE910-C153-0214-D443-61A250239DF9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148253" y="2175462"/>
                <a:ext cx="23724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94BA2FD-16E7-7082-EA86-4984F831945A}"/>
                  </a:ext>
                </a:extLst>
              </p14:cNvPr>
              <p14:cNvContentPartPr/>
              <p14:nvPr/>
            </p14:nvContentPartPr>
            <p14:xfrm>
              <a:off x="7152715" y="3933542"/>
              <a:ext cx="3240" cy="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94BA2FD-16E7-7082-EA86-4984F831945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138783" y="3918062"/>
                <a:ext cx="3078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FB19353-19AC-B805-A42D-12ABC44E5577}"/>
                  </a:ext>
                </a:extLst>
              </p14:cNvPr>
              <p14:cNvContentPartPr/>
              <p14:nvPr/>
            </p14:nvContentPartPr>
            <p14:xfrm>
              <a:off x="9040887" y="1417117"/>
              <a:ext cx="127800" cy="2156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FB19353-19AC-B805-A42D-12ABC44E557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033327" y="1409557"/>
                <a:ext cx="14292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D90908F-940E-8C4D-42A4-58EC3C8A6E1E}"/>
                  </a:ext>
                </a:extLst>
              </p14:cNvPr>
              <p14:cNvContentPartPr/>
              <p14:nvPr/>
            </p14:nvContentPartPr>
            <p14:xfrm>
              <a:off x="9221967" y="1570837"/>
              <a:ext cx="68760" cy="176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D90908F-940E-8C4D-42A4-58EC3C8A6E1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214407" y="1563277"/>
                <a:ext cx="8388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12FEA56-1E86-7CB5-5D96-7F7A961BFBED}"/>
                  </a:ext>
                </a:extLst>
              </p14:cNvPr>
              <p14:cNvContentPartPr/>
              <p14:nvPr/>
            </p14:nvContentPartPr>
            <p14:xfrm>
              <a:off x="9251487" y="1539517"/>
              <a:ext cx="54360" cy="1227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12FEA56-1E86-7CB5-5D96-7F7A961BFBED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243927" y="1531957"/>
                <a:ext cx="6948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36030CB-CFEB-F5EE-351C-E2486CD3A2C7}"/>
                  </a:ext>
                </a:extLst>
              </p14:cNvPr>
              <p14:cNvContentPartPr/>
              <p14:nvPr/>
            </p14:nvContentPartPr>
            <p14:xfrm>
              <a:off x="9334647" y="1421797"/>
              <a:ext cx="54360" cy="1864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36030CB-CFEB-F5EE-351C-E2486CD3A2C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327087" y="1414222"/>
                <a:ext cx="69480" cy="2016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6A8A168-57D3-6A08-95AE-80536714BCF0}"/>
                  </a:ext>
                </a:extLst>
              </p14:cNvPr>
              <p14:cNvContentPartPr/>
              <p14:nvPr/>
            </p14:nvContentPartPr>
            <p14:xfrm>
              <a:off x="9447609" y="1399163"/>
              <a:ext cx="123120" cy="2545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6A8A168-57D3-6A08-95AE-80536714BCF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440049" y="1391603"/>
                <a:ext cx="13824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4CC3684-B01A-CA8C-A419-E87015C25DEF}"/>
                  </a:ext>
                </a:extLst>
              </p14:cNvPr>
              <p14:cNvContentPartPr/>
              <p14:nvPr/>
            </p14:nvContentPartPr>
            <p14:xfrm>
              <a:off x="9049167" y="1820502"/>
              <a:ext cx="513360" cy="2635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4CC3684-B01A-CA8C-A419-E87015C25DE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041607" y="1812942"/>
                <a:ext cx="52848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2240F12-EE9E-A7EC-5D8A-2EF12B15BFB9}"/>
                  </a:ext>
                </a:extLst>
              </p14:cNvPr>
              <p14:cNvContentPartPr/>
              <p14:nvPr/>
            </p14:nvContentPartPr>
            <p14:xfrm>
              <a:off x="9531207" y="1838142"/>
              <a:ext cx="100800" cy="2152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2240F12-EE9E-A7EC-5D8A-2EF12B15BFB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523647" y="1830582"/>
                <a:ext cx="11592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5CFA241-38B3-2084-240E-C689D9D49840}"/>
                  </a:ext>
                </a:extLst>
              </p14:cNvPr>
              <p14:cNvContentPartPr/>
              <p14:nvPr/>
            </p14:nvContentPartPr>
            <p14:xfrm>
              <a:off x="9066447" y="2162502"/>
              <a:ext cx="504720" cy="2502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5CFA241-38B3-2084-240E-C689D9D4984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058882" y="2154942"/>
                <a:ext cx="519851" cy="26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7202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</Words>
  <Application>Microsoft Office PowerPoint</Application>
  <PresentationFormat>Widescreen</PresentationFormat>
  <Paragraphs>2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Christina Lee</dc:creator>
  <cp:lastModifiedBy>Christina Lee Yu</cp:lastModifiedBy>
  <cp:revision>2</cp:revision>
  <dcterms:created xsi:type="dcterms:W3CDTF">2024-02-09T15:42:14Z</dcterms:created>
  <dcterms:modified xsi:type="dcterms:W3CDTF">2024-02-09T15:54:27Z</dcterms:modified>
</cp:coreProperties>
</file>